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bookmarkIdSeed="3">
  <p:sldMasterIdLst>
    <p:sldMasterId id="2147483648" r:id="rId1"/>
  </p:sldMasterIdLst>
  <p:notesMasterIdLst>
    <p:notesMasterId r:id="rId24"/>
  </p:notesMasterIdLst>
  <p:sldIdLst>
    <p:sldId id="563" r:id="rId3"/>
    <p:sldId id="587" r:id="rId4"/>
    <p:sldId id="603" r:id="rId5"/>
    <p:sldId id="588" r:id="rId6"/>
    <p:sldId id="589" r:id="rId7"/>
    <p:sldId id="597" r:id="rId8"/>
    <p:sldId id="601" r:id="rId9"/>
    <p:sldId id="602" r:id="rId10"/>
    <p:sldId id="595" r:id="rId11"/>
    <p:sldId id="596" r:id="rId12"/>
    <p:sldId id="600" r:id="rId13"/>
    <p:sldId id="604" r:id="rId14"/>
    <p:sldId id="605" r:id="rId15"/>
    <p:sldId id="606" r:id="rId16"/>
    <p:sldId id="607" r:id="rId17"/>
    <p:sldId id="612" r:id="rId18"/>
    <p:sldId id="613" r:id="rId19"/>
    <p:sldId id="614" r:id="rId20"/>
    <p:sldId id="618" r:id="rId21"/>
    <p:sldId id="619" r:id="rId22"/>
    <p:sldId id="617" r:id="rId2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orld !" initials="W!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86909"/>
    <a:srgbClr val="BF9000"/>
    <a:srgbClr val="7F6000"/>
    <a:srgbClr val="C1AD35"/>
    <a:srgbClr val="D37726"/>
    <a:srgbClr val="93670F"/>
    <a:srgbClr val="A9584C"/>
    <a:srgbClr val="0F78C3"/>
    <a:srgbClr val="FFC000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667" autoAdjust="0"/>
    <p:restoredTop sz="95201" autoAdjust="0"/>
  </p:normalViewPr>
  <p:slideViewPr>
    <p:cSldViewPr snapToGrid="0">
      <p:cViewPr varScale="1">
        <p:scale>
          <a:sx n="96" d="100"/>
          <a:sy n="96" d="100"/>
        </p:scale>
        <p:origin x="101" y="62"/>
      </p:cViewPr>
      <p:guideLst/>
    </p:cSldViewPr>
  </p:slideViewPr>
  <p:outlineViewPr>
    <p:cViewPr>
      <p:scale>
        <a:sx n="33" d="100"/>
        <a:sy n="33" d="100"/>
      </p:scale>
      <p:origin x="0" y="-2394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65130"/>
    </p:cViewPr>
  </p:sorterViewPr>
  <p:notesViewPr>
    <p:cSldViewPr snapToGrid="0">
      <p:cViewPr varScale="1">
        <p:scale>
          <a:sx n="66" d="100"/>
          <a:sy n="66" d="100"/>
        </p:scale>
        <p:origin x="2628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8" Type="http://schemas.openxmlformats.org/officeDocument/2006/relationships/commentAuthors" Target="commentAuthors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notesMaster" Target="notesMasters/notesMaster1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D0B298-4202-4CC8-9A55-E4F3A856E20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053755-F96D-4BCD-839A-0F5B5CE827A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D9B9E-4049-46EC-BA45-61482909A26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E7C6A-F501-4051-B8BE-F21EB9C859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D9B9E-4049-46EC-BA45-61482909A26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E7C6A-F501-4051-B8BE-F21EB9C859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D9B9E-4049-46EC-BA45-61482909A26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E7C6A-F501-4051-B8BE-F21EB9C859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D9B9E-4049-46EC-BA45-61482909A26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E7C6A-F501-4051-B8BE-F21EB9C859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D9B9E-4049-46EC-BA45-61482909A26F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E7C6A-F501-4051-B8BE-F21EB9C859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D9B9E-4049-46EC-BA45-61482909A26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E7C6A-F501-4051-B8BE-F21EB9C859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D9B9E-4049-46EC-BA45-61482909A26F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E7C6A-F501-4051-B8BE-F21EB9C859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D9B9E-4049-46EC-BA45-61482909A26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E7C6A-F501-4051-B8BE-F21EB9C859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D9B9E-4049-46EC-BA45-61482909A26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E7C6A-F501-4051-B8BE-F21EB9C859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D9B9E-4049-46EC-BA45-61482909A26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E7C6A-F501-4051-B8BE-F21EB9C859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D9B9E-4049-46EC-BA45-61482909A26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E7C6A-F501-4051-B8BE-F21EB9C859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3D9B9E-4049-46EC-BA45-61482909A26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1E7C6A-F501-4051-B8BE-F21EB9C8591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jpeg"/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0.jpeg"/><Relationship Id="rId1" Type="http://schemas.openxmlformats.org/officeDocument/2006/relationships/image" Target="../media/image1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171065"/>
            <a:ext cx="4456090" cy="57591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>
                <a:latin typeface="等线" panose="02010600030101010101" pitchFamily="2" charset="-122"/>
                <a:ea typeface="等线" panose="02010600030101010101" pitchFamily="2" charset="-122"/>
              </a:rPr>
              <a:t>SPI</a:t>
            </a:r>
            <a:r>
              <a:rPr lang="zh-CN" altLang="en-US" sz="3200">
                <a:latin typeface="等线" panose="02010600030101010101" pitchFamily="2" charset="-122"/>
                <a:ea typeface="等线" panose="02010600030101010101" pitchFamily="2" charset="-122"/>
              </a:rPr>
              <a:t>通信</a:t>
            </a:r>
            <a:endParaRPr lang="zh-CN" altLang="en-US" sz="320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70963" y="1236373"/>
            <a:ext cx="1105007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/>
              <a:t>SPI</a:t>
            </a:r>
            <a:r>
              <a:rPr lang="zh-CN" altLang="en-US" sz="2800"/>
              <a:t>（</a:t>
            </a:r>
            <a:r>
              <a:rPr lang="en-US" altLang="zh-CN" sz="2800"/>
              <a:t>Serial Peripheral Interface</a:t>
            </a:r>
            <a:r>
              <a:rPr lang="zh-CN" altLang="en-US" sz="2800"/>
              <a:t>）是由</a:t>
            </a:r>
            <a:r>
              <a:rPr lang="en-US" altLang="zh-CN" sz="2800"/>
              <a:t>Motorola</a:t>
            </a:r>
            <a:r>
              <a:rPr lang="zh-CN" altLang="en-US" sz="2800"/>
              <a:t>公司开发的一种通用数据总线</a:t>
            </a:r>
            <a:endParaRPr lang="en-US" altLang="zh-CN" sz="280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/>
              <a:t>四根通信线：</a:t>
            </a:r>
            <a:r>
              <a:rPr lang="en-US" altLang="zh-CN" sz="2800"/>
              <a:t>SCK</a:t>
            </a:r>
            <a:r>
              <a:rPr lang="zh-CN" altLang="en-US" sz="2800"/>
              <a:t>（</a:t>
            </a:r>
            <a:r>
              <a:rPr lang="en-US" altLang="zh-CN" sz="2800"/>
              <a:t>Serial Clock</a:t>
            </a:r>
            <a:r>
              <a:rPr lang="zh-CN" altLang="en-US" sz="2800"/>
              <a:t>）、</a:t>
            </a:r>
            <a:r>
              <a:rPr lang="en-US" altLang="zh-CN" sz="2800"/>
              <a:t>MOSI</a:t>
            </a:r>
            <a:r>
              <a:rPr lang="zh-CN" altLang="en-US" sz="2800"/>
              <a:t>（</a:t>
            </a:r>
            <a:r>
              <a:rPr lang="en-US" altLang="zh-CN" sz="2800"/>
              <a:t>Master Output Slave Input</a:t>
            </a:r>
            <a:r>
              <a:rPr lang="zh-CN" altLang="en-US" sz="2800"/>
              <a:t>）、</a:t>
            </a:r>
            <a:r>
              <a:rPr lang="en-US" altLang="zh-CN" sz="2800"/>
              <a:t>MISO</a:t>
            </a:r>
            <a:r>
              <a:rPr lang="zh-CN" altLang="en-US" sz="2800"/>
              <a:t>（</a:t>
            </a:r>
            <a:r>
              <a:rPr lang="en-US" altLang="zh-CN" sz="2800"/>
              <a:t>Master Input Slave Output</a:t>
            </a:r>
            <a:r>
              <a:rPr lang="zh-CN" altLang="en-US" sz="2800"/>
              <a:t>）、</a:t>
            </a:r>
            <a:r>
              <a:rPr lang="en-US" altLang="zh-CN" sz="2800"/>
              <a:t>SS</a:t>
            </a:r>
            <a:r>
              <a:rPr lang="zh-CN" altLang="en-US" sz="2800"/>
              <a:t>（</a:t>
            </a:r>
            <a:r>
              <a:rPr lang="en-US" altLang="zh-CN" sz="2800"/>
              <a:t>Slave Select</a:t>
            </a:r>
            <a:r>
              <a:rPr lang="zh-CN" altLang="en-US" sz="2800"/>
              <a:t>）</a:t>
            </a:r>
            <a:endParaRPr lang="en-US" altLang="zh-CN" sz="280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/>
              <a:t>同步，全双工</a:t>
            </a:r>
            <a:endParaRPr lang="en-US" altLang="zh-CN" sz="280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/>
              <a:t>支持总线挂载多设备（一主多从）</a:t>
            </a:r>
            <a:endParaRPr lang="en-US" altLang="zh-CN" sz="280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5806" y="4321676"/>
            <a:ext cx="1961467" cy="1961467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99" t="4305" r="11673"/>
          <a:stretch>
            <a:fillRect/>
          </a:stretch>
        </p:blipFill>
        <p:spPr>
          <a:xfrm>
            <a:off x="6223744" y="4319988"/>
            <a:ext cx="1961467" cy="196315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58" t="20057" r="14976" b="14930"/>
          <a:stretch>
            <a:fillRect/>
          </a:stretch>
        </p:blipFill>
        <p:spPr>
          <a:xfrm>
            <a:off x="8732713" y="4319988"/>
            <a:ext cx="2100647" cy="196315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64" t="16898" r="12951" b="10617"/>
          <a:stretch>
            <a:fillRect/>
          </a:stretch>
        </p:blipFill>
        <p:spPr>
          <a:xfrm>
            <a:off x="3714775" y="4321675"/>
            <a:ext cx="1961467" cy="196146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171065"/>
            <a:ext cx="4456090" cy="57591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>
                <a:latin typeface="等线" panose="02010600030101010101" pitchFamily="2" charset="-122"/>
                <a:ea typeface="等线" panose="02010600030101010101" pitchFamily="2" charset="-122"/>
              </a:rPr>
              <a:t>硬件电路</a:t>
            </a:r>
            <a:endParaRPr lang="zh-CN" altLang="en-US" sz="320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70963" y="1236373"/>
            <a:ext cx="1105007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/>
              <a:t>所有</a:t>
            </a:r>
            <a:r>
              <a:rPr lang="en-US" altLang="zh-CN" sz="2800"/>
              <a:t>SPI</a:t>
            </a:r>
            <a:r>
              <a:rPr lang="zh-CN" altLang="en-US" sz="2800"/>
              <a:t>设备的</a:t>
            </a:r>
            <a:r>
              <a:rPr lang="en-US" altLang="zh-CN" sz="2800"/>
              <a:t>SCK</a:t>
            </a:r>
            <a:r>
              <a:rPr lang="zh-CN" altLang="en-US" sz="2800"/>
              <a:t>、</a:t>
            </a:r>
            <a:r>
              <a:rPr lang="en-US" altLang="zh-CN" sz="2800"/>
              <a:t>MOSI</a:t>
            </a:r>
            <a:r>
              <a:rPr lang="zh-CN" altLang="en-US" sz="2800"/>
              <a:t>、</a:t>
            </a:r>
            <a:r>
              <a:rPr lang="en-US" altLang="zh-CN" sz="2800"/>
              <a:t>MISO</a:t>
            </a:r>
            <a:r>
              <a:rPr lang="zh-CN" altLang="en-US" sz="2800"/>
              <a:t>分别连在一起</a:t>
            </a:r>
            <a:endParaRPr lang="en-US" altLang="zh-CN" sz="280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/>
              <a:t>主机另外引出多条</a:t>
            </a:r>
            <a:r>
              <a:rPr lang="en-US" altLang="zh-CN" sz="2800"/>
              <a:t>SS</a:t>
            </a:r>
            <a:r>
              <a:rPr lang="zh-CN" altLang="en-US" sz="2800"/>
              <a:t>控制线，分别接到各从机的</a:t>
            </a:r>
            <a:r>
              <a:rPr lang="en-US" altLang="zh-CN" sz="2800"/>
              <a:t>SS</a:t>
            </a:r>
            <a:r>
              <a:rPr lang="zh-CN" altLang="en-US" sz="2800"/>
              <a:t>引脚</a:t>
            </a:r>
            <a:endParaRPr lang="en-US" altLang="zh-CN" sz="280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/>
              <a:t>输出引脚配置为推挽输出，输入引脚配置为浮空或上拉输入</a:t>
            </a:r>
            <a:endParaRPr lang="en-US" altLang="zh-CN" sz="280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1704" y="2875566"/>
            <a:ext cx="5988592" cy="354885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171065"/>
            <a:ext cx="4456090" cy="57591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>
                <a:latin typeface="等线" panose="02010600030101010101" pitchFamily="2" charset="-122"/>
                <a:ea typeface="等线" panose="02010600030101010101" pitchFamily="2" charset="-122"/>
              </a:rPr>
              <a:t>移位示意图</a:t>
            </a:r>
            <a:endParaRPr lang="zh-CN" altLang="en-US" sz="320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7521" y="1643733"/>
            <a:ext cx="8976957" cy="4321891"/>
          </a:xfrm>
          <a:prstGeom prst="rect">
            <a:avLst/>
          </a:prstGeom>
        </p:spPr>
      </p:pic>
      <p:pic>
        <p:nvPicPr>
          <p:cNvPr id="37" name="图片 3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9810" y="3552678"/>
            <a:ext cx="252000" cy="252000"/>
          </a:xfrm>
          <a:prstGeom prst="rect">
            <a:avLst/>
          </a:prstGeom>
        </p:spPr>
      </p:pic>
      <p:pic>
        <p:nvPicPr>
          <p:cNvPr id="39" name="图片 3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8248" y="3553254"/>
            <a:ext cx="252000" cy="252000"/>
          </a:xfrm>
          <a:prstGeom prst="rect">
            <a:avLst/>
          </a:prstGeom>
        </p:spPr>
      </p:pic>
      <p:pic>
        <p:nvPicPr>
          <p:cNvPr id="41" name="图片 4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5827" y="3552678"/>
            <a:ext cx="252000" cy="252000"/>
          </a:xfrm>
          <a:prstGeom prst="rect">
            <a:avLst/>
          </a:prstGeom>
        </p:spPr>
      </p:pic>
      <p:pic>
        <p:nvPicPr>
          <p:cNvPr id="43" name="图片 4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1708" y="3553254"/>
            <a:ext cx="252000" cy="252000"/>
          </a:xfrm>
          <a:prstGeom prst="rect">
            <a:avLst/>
          </a:prstGeom>
        </p:spPr>
      </p:pic>
      <p:pic>
        <p:nvPicPr>
          <p:cNvPr id="44" name="图片 4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1844" y="3552678"/>
            <a:ext cx="252000" cy="252000"/>
          </a:xfrm>
          <a:prstGeom prst="rect">
            <a:avLst/>
          </a:prstGeom>
        </p:spPr>
      </p:pic>
      <p:pic>
        <p:nvPicPr>
          <p:cNvPr id="45" name="图片 4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7861" y="3552678"/>
            <a:ext cx="252000" cy="252000"/>
          </a:xfrm>
          <a:prstGeom prst="rect">
            <a:avLst/>
          </a:prstGeom>
        </p:spPr>
      </p:pic>
      <p:pic>
        <p:nvPicPr>
          <p:cNvPr id="46" name="图片 4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3878" y="3552678"/>
            <a:ext cx="252000" cy="252000"/>
          </a:xfrm>
          <a:prstGeom prst="rect">
            <a:avLst/>
          </a:prstGeom>
        </p:spPr>
      </p:pic>
      <p:pic>
        <p:nvPicPr>
          <p:cNvPr id="47" name="图片 4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9895" y="3552678"/>
            <a:ext cx="252000" cy="252000"/>
          </a:xfrm>
          <a:prstGeom prst="rect">
            <a:avLst/>
          </a:prstGeom>
        </p:spPr>
      </p:pic>
      <p:pic>
        <p:nvPicPr>
          <p:cNvPr id="48" name="图片 4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5912" y="3552678"/>
            <a:ext cx="252000" cy="252000"/>
          </a:xfrm>
          <a:prstGeom prst="rect">
            <a:avLst/>
          </a:prstGeom>
        </p:spPr>
      </p:pic>
      <p:pic>
        <p:nvPicPr>
          <p:cNvPr id="49" name="图片 4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1931" y="3552678"/>
            <a:ext cx="252000" cy="252000"/>
          </a:xfrm>
          <a:prstGeom prst="rect">
            <a:avLst/>
          </a:prstGeom>
        </p:spPr>
      </p:pic>
      <p:pic>
        <p:nvPicPr>
          <p:cNvPr id="50" name="图片 4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1328" y="3553254"/>
            <a:ext cx="252000" cy="252000"/>
          </a:xfrm>
          <a:prstGeom prst="rect">
            <a:avLst/>
          </a:prstGeom>
        </p:spPr>
      </p:pic>
      <p:pic>
        <p:nvPicPr>
          <p:cNvPr id="51" name="图片 5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4788" y="3553254"/>
            <a:ext cx="252000" cy="252000"/>
          </a:xfrm>
          <a:prstGeom prst="rect">
            <a:avLst/>
          </a:prstGeom>
        </p:spPr>
      </p:pic>
      <p:pic>
        <p:nvPicPr>
          <p:cNvPr id="52" name="图片 5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4408" y="3553254"/>
            <a:ext cx="252000" cy="252000"/>
          </a:xfrm>
          <a:prstGeom prst="rect">
            <a:avLst/>
          </a:prstGeom>
        </p:spPr>
      </p:pic>
      <p:pic>
        <p:nvPicPr>
          <p:cNvPr id="53" name="图片 5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7868" y="3553254"/>
            <a:ext cx="252000" cy="252000"/>
          </a:xfrm>
          <a:prstGeom prst="rect">
            <a:avLst/>
          </a:prstGeom>
        </p:spPr>
      </p:pic>
      <p:pic>
        <p:nvPicPr>
          <p:cNvPr id="54" name="图片 5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7488" y="3553254"/>
            <a:ext cx="252000" cy="252000"/>
          </a:xfrm>
          <a:prstGeom prst="rect">
            <a:avLst/>
          </a:prstGeom>
        </p:spPr>
      </p:pic>
      <p:pic>
        <p:nvPicPr>
          <p:cNvPr id="55" name="图片 5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0948" y="3553254"/>
            <a:ext cx="252000" cy="25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171065"/>
            <a:ext cx="4456090" cy="57591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>
                <a:latin typeface="等线" panose="02010600030101010101" pitchFamily="2" charset="-122"/>
                <a:ea typeface="等线" panose="02010600030101010101" pitchFamily="2" charset="-122"/>
              </a:rPr>
              <a:t>SPI</a:t>
            </a:r>
            <a:r>
              <a:rPr lang="zh-CN" altLang="en-US" sz="3200">
                <a:latin typeface="等线" panose="02010600030101010101" pitchFamily="2" charset="-122"/>
                <a:ea typeface="等线" panose="02010600030101010101" pitchFamily="2" charset="-122"/>
              </a:rPr>
              <a:t>时序基本单元</a:t>
            </a:r>
            <a:endParaRPr lang="zh-CN" altLang="en-US" sz="320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70963" y="1236373"/>
            <a:ext cx="1105007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/>
              <a:t>起始条件：</a:t>
            </a:r>
            <a:r>
              <a:rPr lang="en-US" altLang="zh-CN" sz="2800"/>
              <a:t>SS</a:t>
            </a:r>
            <a:r>
              <a:rPr lang="zh-CN" altLang="en-US" sz="2800"/>
              <a:t>从高电平切换到低电平</a:t>
            </a:r>
            <a:endParaRPr lang="en-US" altLang="zh-CN" sz="280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/>
              <a:t>终止条件：</a:t>
            </a:r>
            <a:r>
              <a:rPr lang="en-US" altLang="zh-CN" sz="2800"/>
              <a:t>SS</a:t>
            </a:r>
            <a:r>
              <a:rPr lang="zh-CN" altLang="en-US" sz="2800"/>
              <a:t>从低电平切换到高电平</a:t>
            </a:r>
            <a:endParaRPr lang="en-US" altLang="zh-CN" sz="2800"/>
          </a:p>
        </p:txBody>
      </p:sp>
      <p:grpSp>
        <p:nvGrpSpPr>
          <p:cNvPr id="5" name="组合 4"/>
          <p:cNvGrpSpPr/>
          <p:nvPr/>
        </p:nvGrpSpPr>
        <p:grpSpPr>
          <a:xfrm>
            <a:off x="2377347" y="3980306"/>
            <a:ext cx="2425657" cy="523220"/>
            <a:chOff x="2220800" y="4535430"/>
            <a:chExt cx="2425657" cy="523220"/>
          </a:xfrm>
        </p:grpSpPr>
        <p:cxnSp>
          <p:nvCxnSpPr>
            <p:cNvPr id="7" name="直接连接符 6"/>
            <p:cNvCxnSpPr/>
            <p:nvPr/>
          </p:nvCxnSpPr>
          <p:spPr>
            <a:xfrm>
              <a:off x="2220800" y="4535430"/>
              <a:ext cx="85000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/>
            <p:cNvCxnSpPr/>
            <p:nvPr/>
          </p:nvCxnSpPr>
          <p:spPr>
            <a:xfrm>
              <a:off x="3070806" y="4535430"/>
              <a:ext cx="281994" cy="5232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/>
            <p:cNvCxnSpPr/>
            <p:nvPr/>
          </p:nvCxnSpPr>
          <p:spPr>
            <a:xfrm>
              <a:off x="3352800" y="5058650"/>
              <a:ext cx="1293657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文本框 9"/>
          <p:cNvSpPr txBox="1"/>
          <p:nvPr/>
        </p:nvSpPr>
        <p:spPr>
          <a:xfrm>
            <a:off x="6242756" y="3980306"/>
            <a:ext cx="11805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/>
              <a:t>SS</a:t>
            </a:r>
            <a:endParaRPr lang="en-US" altLang="zh-CN" sz="2400"/>
          </a:p>
        </p:txBody>
      </p:sp>
      <p:grpSp>
        <p:nvGrpSpPr>
          <p:cNvPr id="11" name="组合 10"/>
          <p:cNvGrpSpPr/>
          <p:nvPr/>
        </p:nvGrpSpPr>
        <p:grpSpPr>
          <a:xfrm flipV="1">
            <a:off x="7423319" y="3980306"/>
            <a:ext cx="2810412" cy="523220"/>
            <a:chOff x="1424991" y="4535430"/>
            <a:chExt cx="2810412" cy="523220"/>
          </a:xfrm>
        </p:grpSpPr>
        <p:cxnSp>
          <p:nvCxnSpPr>
            <p:cNvPr id="12" name="直接连接符 11"/>
            <p:cNvCxnSpPr/>
            <p:nvPr/>
          </p:nvCxnSpPr>
          <p:spPr>
            <a:xfrm flipV="1">
              <a:off x="1424991" y="4535430"/>
              <a:ext cx="1645815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>
              <a:off x="3070806" y="4535430"/>
              <a:ext cx="281994" cy="5232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 flipV="1">
              <a:off x="3352800" y="5058650"/>
              <a:ext cx="882603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文本框 14"/>
          <p:cNvSpPr txBox="1"/>
          <p:nvPr/>
        </p:nvSpPr>
        <p:spPr>
          <a:xfrm>
            <a:off x="1198078" y="3980306"/>
            <a:ext cx="11805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/>
              <a:t>SS</a:t>
            </a:r>
            <a:endParaRPr lang="en-US" altLang="zh-CN" sz="2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171065"/>
            <a:ext cx="4456090" cy="57591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>
                <a:latin typeface="等线" panose="02010600030101010101" pitchFamily="2" charset="-122"/>
                <a:ea typeface="等线" panose="02010600030101010101" pitchFamily="2" charset="-122"/>
              </a:rPr>
              <a:t>SPI</a:t>
            </a:r>
            <a:r>
              <a:rPr lang="zh-CN" altLang="en-US" sz="3200">
                <a:latin typeface="等线" panose="02010600030101010101" pitchFamily="2" charset="-122"/>
                <a:ea typeface="等线" panose="02010600030101010101" pitchFamily="2" charset="-122"/>
              </a:rPr>
              <a:t>时序基本单元</a:t>
            </a:r>
            <a:endParaRPr lang="zh-CN" altLang="en-US" sz="320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70963" y="1236373"/>
            <a:ext cx="1105007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/>
              <a:t>交换一个字节（模式</a:t>
            </a:r>
            <a:r>
              <a:rPr lang="en-US" altLang="zh-CN" sz="2800"/>
              <a:t>0</a:t>
            </a:r>
            <a:r>
              <a:rPr lang="zh-CN" altLang="en-US" sz="2800"/>
              <a:t>）</a:t>
            </a:r>
            <a:endParaRPr lang="en-US" altLang="zh-CN" sz="280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/>
              <a:t>CPOL=0</a:t>
            </a:r>
            <a:r>
              <a:rPr lang="zh-CN" altLang="en-US" sz="2800"/>
              <a:t>：空闲状态时，</a:t>
            </a:r>
            <a:r>
              <a:rPr lang="en-US" altLang="zh-CN" sz="2800"/>
              <a:t>SCK</a:t>
            </a:r>
            <a:r>
              <a:rPr lang="zh-CN" altLang="en-US" sz="2800"/>
              <a:t>为低电平</a:t>
            </a:r>
            <a:endParaRPr lang="en-US" altLang="zh-CN" sz="280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/>
              <a:t>CPHA=0</a:t>
            </a:r>
            <a:r>
              <a:rPr lang="zh-CN" altLang="en-US" sz="2800"/>
              <a:t>：</a:t>
            </a:r>
            <a:r>
              <a:rPr lang="en-US" altLang="zh-CN" sz="2800"/>
              <a:t>SCK</a:t>
            </a:r>
            <a:r>
              <a:rPr lang="zh-CN" altLang="en-US" sz="2800"/>
              <a:t>第一个边沿移入数据，第二个边沿移出数据</a:t>
            </a:r>
            <a:endParaRPr lang="en-US" altLang="zh-CN" sz="2800"/>
          </a:p>
        </p:txBody>
      </p:sp>
      <p:grpSp>
        <p:nvGrpSpPr>
          <p:cNvPr id="122" name="组合 121"/>
          <p:cNvGrpSpPr/>
          <p:nvPr/>
        </p:nvGrpSpPr>
        <p:grpSpPr>
          <a:xfrm>
            <a:off x="515304" y="3045576"/>
            <a:ext cx="10445333" cy="523220"/>
            <a:chOff x="515304" y="3252310"/>
            <a:chExt cx="10445333" cy="523220"/>
          </a:xfrm>
        </p:grpSpPr>
        <p:sp>
          <p:nvSpPr>
            <p:cNvPr id="3" name="文本框 2"/>
            <p:cNvSpPr txBox="1"/>
            <p:nvPr/>
          </p:nvSpPr>
          <p:spPr>
            <a:xfrm>
              <a:off x="515304" y="3252310"/>
              <a:ext cx="118056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/>
                <a:t>SS</a:t>
              </a:r>
              <a:endParaRPr lang="en-US" altLang="zh-CN" sz="2400"/>
            </a:p>
          </p:txBody>
        </p:sp>
        <p:grpSp>
          <p:nvGrpSpPr>
            <p:cNvPr id="7" name="组合 6"/>
            <p:cNvGrpSpPr/>
            <p:nvPr/>
          </p:nvGrpSpPr>
          <p:grpSpPr>
            <a:xfrm>
              <a:off x="1718270" y="3252310"/>
              <a:ext cx="9242367" cy="523220"/>
              <a:chOff x="1374684" y="3818587"/>
              <a:chExt cx="9242367" cy="523220"/>
            </a:xfrm>
          </p:grpSpPr>
          <p:grpSp>
            <p:nvGrpSpPr>
              <p:cNvPr id="8" name="组合 7"/>
              <p:cNvGrpSpPr/>
              <p:nvPr/>
            </p:nvGrpSpPr>
            <p:grpSpPr>
              <a:xfrm>
                <a:off x="1374684" y="3818587"/>
                <a:ext cx="9242367" cy="523220"/>
                <a:chOff x="941767" y="4535430"/>
                <a:chExt cx="9242367" cy="523220"/>
              </a:xfrm>
            </p:grpSpPr>
            <p:cxnSp>
              <p:nvCxnSpPr>
                <p:cNvPr id="12" name="直接连接符 11"/>
                <p:cNvCxnSpPr/>
                <p:nvPr/>
              </p:nvCxnSpPr>
              <p:spPr>
                <a:xfrm>
                  <a:off x="941767" y="4535430"/>
                  <a:ext cx="392806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" name="直接连接符 12"/>
                <p:cNvCxnSpPr/>
                <p:nvPr/>
              </p:nvCxnSpPr>
              <p:spPr>
                <a:xfrm>
                  <a:off x="1337743" y="4535430"/>
                  <a:ext cx="281994" cy="52322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直接连接符 13"/>
                <p:cNvCxnSpPr/>
                <p:nvPr/>
              </p:nvCxnSpPr>
              <p:spPr>
                <a:xfrm>
                  <a:off x="6932574" y="5058650"/>
                  <a:ext cx="2576760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直接连接符 126"/>
                <p:cNvCxnSpPr/>
                <p:nvPr/>
              </p:nvCxnSpPr>
              <p:spPr>
                <a:xfrm>
                  <a:off x="9791328" y="4535430"/>
                  <a:ext cx="392806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" name="组合 8"/>
              <p:cNvGrpSpPr/>
              <p:nvPr/>
            </p:nvGrpSpPr>
            <p:grpSpPr>
              <a:xfrm flipH="1">
                <a:off x="2052654" y="3818587"/>
                <a:ext cx="8171591" cy="523220"/>
                <a:chOff x="-4042522" y="4535430"/>
                <a:chExt cx="8171591" cy="523220"/>
              </a:xfrm>
            </p:grpSpPr>
            <p:cxnSp>
              <p:nvCxnSpPr>
                <p:cNvPr id="10" name="直接连接符 9"/>
                <p:cNvCxnSpPr/>
                <p:nvPr/>
              </p:nvCxnSpPr>
              <p:spPr>
                <a:xfrm>
                  <a:off x="-4042522" y="4535430"/>
                  <a:ext cx="281994" cy="52322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" name="直接连接符 10"/>
                <p:cNvCxnSpPr/>
                <p:nvPr/>
              </p:nvCxnSpPr>
              <p:spPr>
                <a:xfrm>
                  <a:off x="-198000" y="5058650"/>
                  <a:ext cx="4327069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62" name="文本框 61"/>
            <p:cNvSpPr txBox="1"/>
            <p:nvPr/>
          </p:nvSpPr>
          <p:spPr>
            <a:xfrm>
              <a:off x="6602500" y="3252310"/>
              <a:ext cx="118056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/>
                <a:t>……</a:t>
              </a:r>
              <a:endParaRPr lang="en-US" altLang="zh-CN" sz="2800"/>
            </a:p>
          </p:txBody>
        </p:sp>
      </p:grpSp>
      <p:grpSp>
        <p:nvGrpSpPr>
          <p:cNvPr id="123" name="组合 122"/>
          <p:cNvGrpSpPr/>
          <p:nvPr/>
        </p:nvGrpSpPr>
        <p:grpSpPr>
          <a:xfrm>
            <a:off x="515304" y="3885758"/>
            <a:ext cx="10445333" cy="523221"/>
            <a:chOff x="515304" y="4016442"/>
            <a:chExt cx="10445333" cy="523221"/>
          </a:xfrm>
        </p:grpSpPr>
        <p:sp>
          <p:nvSpPr>
            <p:cNvPr id="64" name="文本框 63"/>
            <p:cNvSpPr txBox="1"/>
            <p:nvPr/>
          </p:nvSpPr>
          <p:spPr>
            <a:xfrm>
              <a:off x="515304" y="4016443"/>
              <a:ext cx="118056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/>
                <a:t>SCK</a:t>
              </a:r>
              <a:endParaRPr lang="en-US" altLang="zh-CN" sz="2400"/>
            </a:p>
          </p:txBody>
        </p:sp>
        <p:grpSp>
          <p:nvGrpSpPr>
            <p:cNvPr id="66" name="组合 65"/>
            <p:cNvGrpSpPr/>
            <p:nvPr/>
          </p:nvGrpSpPr>
          <p:grpSpPr>
            <a:xfrm>
              <a:off x="1718270" y="4016443"/>
              <a:ext cx="2489605" cy="523220"/>
              <a:chOff x="1374684" y="3818587"/>
              <a:chExt cx="2489605" cy="523220"/>
            </a:xfrm>
          </p:grpSpPr>
          <p:grpSp>
            <p:nvGrpSpPr>
              <p:cNvPr id="67" name="组合 66"/>
              <p:cNvGrpSpPr/>
              <p:nvPr/>
            </p:nvGrpSpPr>
            <p:grpSpPr>
              <a:xfrm>
                <a:off x="2939171" y="3818587"/>
                <a:ext cx="925118" cy="523220"/>
                <a:chOff x="2506254" y="4535430"/>
                <a:chExt cx="925118" cy="523220"/>
              </a:xfrm>
            </p:grpSpPr>
            <p:cxnSp>
              <p:nvCxnSpPr>
                <p:cNvPr id="71" name="直接连接符 70"/>
                <p:cNvCxnSpPr/>
                <p:nvPr/>
              </p:nvCxnSpPr>
              <p:spPr>
                <a:xfrm>
                  <a:off x="2506254" y="4535430"/>
                  <a:ext cx="648000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2" name="直接连接符 71"/>
                <p:cNvCxnSpPr/>
                <p:nvPr/>
              </p:nvCxnSpPr>
              <p:spPr>
                <a:xfrm>
                  <a:off x="3149378" y="4535430"/>
                  <a:ext cx="281994" cy="52322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8" name="组合 67"/>
              <p:cNvGrpSpPr/>
              <p:nvPr/>
            </p:nvGrpSpPr>
            <p:grpSpPr>
              <a:xfrm flipH="1">
                <a:off x="1374684" y="3818587"/>
                <a:ext cx="1564487" cy="523220"/>
                <a:chOff x="3242552" y="4535430"/>
                <a:chExt cx="1564487" cy="523220"/>
              </a:xfrm>
            </p:grpSpPr>
            <p:cxnSp>
              <p:nvCxnSpPr>
                <p:cNvPr id="69" name="直接连接符 68"/>
                <p:cNvCxnSpPr/>
                <p:nvPr/>
              </p:nvCxnSpPr>
              <p:spPr>
                <a:xfrm>
                  <a:off x="3242552" y="4535430"/>
                  <a:ext cx="281994" cy="52322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0" name="直接连接符 69"/>
                <p:cNvCxnSpPr/>
                <p:nvPr/>
              </p:nvCxnSpPr>
              <p:spPr>
                <a:xfrm>
                  <a:off x="3524546" y="5058650"/>
                  <a:ext cx="1282493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92" name="组合 91"/>
            <p:cNvGrpSpPr/>
            <p:nvPr/>
          </p:nvGrpSpPr>
          <p:grpSpPr>
            <a:xfrm>
              <a:off x="4207875" y="4016443"/>
              <a:ext cx="2515434" cy="523220"/>
              <a:chOff x="2006914" y="3818587"/>
              <a:chExt cx="2515434" cy="523220"/>
            </a:xfrm>
          </p:grpSpPr>
          <p:grpSp>
            <p:nvGrpSpPr>
              <p:cNvPr id="93" name="组合 92"/>
              <p:cNvGrpSpPr/>
              <p:nvPr/>
            </p:nvGrpSpPr>
            <p:grpSpPr>
              <a:xfrm>
                <a:off x="2939130" y="3818587"/>
                <a:ext cx="1583218" cy="523220"/>
                <a:chOff x="2506213" y="4535430"/>
                <a:chExt cx="1583218" cy="523220"/>
              </a:xfrm>
            </p:grpSpPr>
            <p:cxnSp>
              <p:nvCxnSpPr>
                <p:cNvPr id="97" name="直接连接符 96"/>
                <p:cNvCxnSpPr/>
                <p:nvPr/>
              </p:nvCxnSpPr>
              <p:spPr>
                <a:xfrm>
                  <a:off x="2506213" y="4535430"/>
                  <a:ext cx="648000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8" name="直接连接符 97"/>
                <p:cNvCxnSpPr/>
                <p:nvPr/>
              </p:nvCxnSpPr>
              <p:spPr>
                <a:xfrm>
                  <a:off x="3159437" y="4535430"/>
                  <a:ext cx="281994" cy="52322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9" name="直接连接符 98"/>
                <p:cNvCxnSpPr/>
                <p:nvPr/>
              </p:nvCxnSpPr>
              <p:spPr>
                <a:xfrm>
                  <a:off x="3441431" y="5058650"/>
                  <a:ext cx="648000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4" name="组合 93"/>
              <p:cNvGrpSpPr/>
              <p:nvPr/>
            </p:nvGrpSpPr>
            <p:grpSpPr>
              <a:xfrm flipH="1">
                <a:off x="2006914" y="3818587"/>
                <a:ext cx="932216" cy="523220"/>
                <a:chOff x="3242593" y="4535430"/>
                <a:chExt cx="932216" cy="523220"/>
              </a:xfrm>
            </p:grpSpPr>
            <p:cxnSp>
              <p:nvCxnSpPr>
                <p:cNvPr id="95" name="直接连接符 94"/>
                <p:cNvCxnSpPr/>
                <p:nvPr/>
              </p:nvCxnSpPr>
              <p:spPr>
                <a:xfrm>
                  <a:off x="3242593" y="4535430"/>
                  <a:ext cx="281994" cy="52322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6" name="直接连接符 95"/>
                <p:cNvCxnSpPr/>
                <p:nvPr/>
              </p:nvCxnSpPr>
              <p:spPr>
                <a:xfrm>
                  <a:off x="3526809" y="5058650"/>
                  <a:ext cx="648000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00" name="组合 99"/>
            <p:cNvGrpSpPr/>
            <p:nvPr/>
          </p:nvGrpSpPr>
          <p:grpSpPr>
            <a:xfrm>
              <a:off x="7711918" y="4016442"/>
              <a:ext cx="3248719" cy="523221"/>
              <a:chOff x="1231544" y="3818586"/>
              <a:chExt cx="3248719" cy="523221"/>
            </a:xfrm>
          </p:grpSpPr>
          <p:grpSp>
            <p:nvGrpSpPr>
              <p:cNvPr id="101" name="组合 100"/>
              <p:cNvGrpSpPr/>
              <p:nvPr/>
            </p:nvGrpSpPr>
            <p:grpSpPr>
              <a:xfrm>
                <a:off x="2241729" y="3818586"/>
                <a:ext cx="2238534" cy="523221"/>
                <a:chOff x="1808812" y="4535429"/>
                <a:chExt cx="2238534" cy="523221"/>
              </a:xfrm>
            </p:grpSpPr>
            <p:cxnSp>
              <p:nvCxnSpPr>
                <p:cNvPr id="105" name="直接连接符 104"/>
                <p:cNvCxnSpPr/>
                <p:nvPr/>
              </p:nvCxnSpPr>
              <p:spPr>
                <a:xfrm>
                  <a:off x="1808812" y="4535429"/>
                  <a:ext cx="648000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6" name="直接连接符 105"/>
                <p:cNvCxnSpPr/>
                <p:nvPr/>
              </p:nvCxnSpPr>
              <p:spPr>
                <a:xfrm>
                  <a:off x="2456812" y="4535430"/>
                  <a:ext cx="281994" cy="52322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7" name="直接连接符 106"/>
                <p:cNvCxnSpPr/>
                <p:nvPr/>
              </p:nvCxnSpPr>
              <p:spPr>
                <a:xfrm>
                  <a:off x="2738806" y="5058650"/>
                  <a:ext cx="1308540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02" name="组合 101"/>
              <p:cNvGrpSpPr/>
              <p:nvPr/>
            </p:nvGrpSpPr>
            <p:grpSpPr>
              <a:xfrm flipH="1">
                <a:off x="1231544" y="3818587"/>
                <a:ext cx="1010185" cy="523220"/>
                <a:chOff x="3939994" y="4535430"/>
                <a:chExt cx="1010185" cy="523220"/>
              </a:xfrm>
            </p:grpSpPr>
            <p:cxnSp>
              <p:nvCxnSpPr>
                <p:cNvPr id="103" name="直接连接符 102"/>
                <p:cNvCxnSpPr/>
                <p:nvPr/>
              </p:nvCxnSpPr>
              <p:spPr>
                <a:xfrm>
                  <a:off x="3939994" y="4535430"/>
                  <a:ext cx="281994" cy="52322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4" name="直接连接符 103"/>
                <p:cNvCxnSpPr/>
                <p:nvPr/>
              </p:nvCxnSpPr>
              <p:spPr>
                <a:xfrm>
                  <a:off x="4221988" y="5058650"/>
                  <a:ext cx="728191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20" name="文本框 119"/>
            <p:cNvSpPr txBox="1"/>
            <p:nvPr/>
          </p:nvSpPr>
          <p:spPr>
            <a:xfrm>
              <a:off x="6602500" y="4016443"/>
              <a:ext cx="118056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/>
                <a:t>……</a:t>
              </a:r>
              <a:endParaRPr lang="en-US" altLang="zh-CN" sz="2800"/>
            </a:p>
          </p:txBody>
        </p:sp>
      </p:grpSp>
      <p:grpSp>
        <p:nvGrpSpPr>
          <p:cNvPr id="248" name="组合 247"/>
          <p:cNvGrpSpPr/>
          <p:nvPr/>
        </p:nvGrpSpPr>
        <p:grpSpPr>
          <a:xfrm>
            <a:off x="515304" y="4695163"/>
            <a:ext cx="10445333" cy="553998"/>
            <a:chOff x="515304" y="4695163"/>
            <a:chExt cx="10445333" cy="553998"/>
          </a:xfrm>
        </p:grpSpPr>
        <p:grpSp>
          <p:nvGrpSpPr>
            <p:cNvPr id="124" name="组合 123"/>
            <p:cNvGrpSpPr/>
            <p:nvPr/>
          </p:nvGrpSpPr>
          <p:grpSpPr>
            <a:xfrm>
              <a:off x="515304" y="4695163"/>
              <a:ext cx="10445333" cy="553998"/>
              <a:chOff x="515304" y="5032105"/>
              <a:chExt cx="10445333" cy="553998"/>
            </a:xfrm>
          </p:grpSpPr>
          <p:sp>
            <p:nvSpPr>
              <p:cNvPr id="65" name="文本框 64"/>
              <p:cNvSpPr txBox="1"/>
              <p:nvPr/>
            </p:nvSpPr>
            <p:spPr>
              <a:xfrm>
                <a:off x="515304" y="5062883"/>
                <a:ext cx="118056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/>
                  <a:t>MOSI</a:t>
                </a:r>
                <a:endParaRPr lang="en-US" altLang="zh-CN" sz="2400"/>
              </a:p>
            </p:txBody>
          </p:sp>
          <p:grpSp>
            <p:nvGrpSpPr>
              <p:cNvPr id="74" name="组合 73"/>
              <p:cNvGrpSpPr/>
              <p:nvPr/>
            </p:nvGrpSpPr>
            <p:grpSpPr>
              <a:xfrm>
                <a:off x="1718270" y="5062882"/>
                <a:ext cx="5014085" cy="523221"/>
                <a:chOff x="1374684" y="4902756"/>
                <a:chExt cx="5014085" cy="523221"/>
              </a:xfrm>
            </p:grpSpPr>
            <p:grpSp>
              <p:nvGrpSpPr>
                <p:cNvPr id="75" name="组合 74"/>
                <p:cNvGrpSpPr/>
                <p:nvPr/>
              </p:nvGrpSpPr>
              <p:grpSpPr>
                <a:xfrm>
                  <a:off x="1374684" y="4902756"/>
                  <a:ext cx="5014085" cy="523221"/>
                  <a:chOff x="2220800" y="4535429"/>
                  <a:chExt cx="5014085" cy="523221"/>
                </a:xfrm>
              </p:grpSpPr>
              <p:cxnSp>
                <p:nvCxnSpPr>
                  <p:cNvPr id="80" name="直接连接符 79"/>
                  <p:cNvCxnSpPr/>
                  <p:nvPr/>
                </p:nvCxnSpPr>
                <p:spPr>
                  <a:xfrm>
                    <a:off x="2220800" y="4535430"/>
                    <a:ext cx="392806" cy="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1" name="直接连接符 80"/>
                  <p:cNvCxnSpPr/>
                  <p:nvPr/>
                </p:nvCxnSpPr>
                <p:spPr>
                  <a:xfrm>
                    <a:off x="2616776" y="4535429"/>
                    <a:ext cx="281994" cy="52322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2" name="直接连接符 81"/>
                  <p:cNvCxnSpPr/>
                  <p:nvPr/>
                </p:nvCxnSpPr>
                <p:spPr>
                  <a:xfrm>
                    <a:off x="2905431" y="5058650"/>
                    <a:ext cx="1527856" cy="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7" name="直接连接符 146"/>
                  <p:cNvCxnSpPr/>
                  <p:nvPr/>
                </p:nvCxnSpPr>
                <p:spPr>
                  <a:xfrm>
                    <a:off x="4708345" y="5058650"/>
                    <a:ext cx="1582276" cy="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4" name="直接连接符 183"/>
                  <p:cNvCxnSpPr/>
                  <p:nvPr/>
                </p:nvCxnSpPr>
                <p:spPr>
                  <a:xfrm>
                    <a:off x="6577839" y="5058650"/>
                    <a:ext cx="657046" cy="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76" name="组合 75"/>
                <p:cNvGrpSpPr/>
                <p:nvPr/>
              </p:nvGrpSpPr>
              <p:grpSpPr>
                <a:xfrm flipV="1">
                  <a:off x="1374684" y="4902756"/>
                  <a:ext cx="5014085" cy="523221"/>
                  <a:chOff x="2220800" y="4535430"/>
                  <a:chExt cx="5014085" cy="523221"/>
                </a:xfrm>
              </p:grpSpPr>
              <p:cxnSp>
                <p:nvCxnSpPr>
                  <p:cNvPr id="77" name="直接连接符 76"/>
                  <p:cNvCxnSpPr/>
                  <p:nvPr/>
                </p:nvCxnSpPr>
                <p:spPr>
                  <a:xfrm flipV="1">
                    <a:off x="2220800" y="4535430"/>
                    <a:ext cx="392806" cy="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8" name="直接连接符 77"/>
                  <p:cNvCxnSpPr/>
                  <p:nvPr/>
                </p:nvCxnSpPr>
                <p:spPr>
                  <a:xfrm>
                    <a:off x="2616776" y="4535431"/>
                    <a:ext cx="281994" cy="52322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9" name="直接连接符 78"/>
                  <p:cNvCxnSpPr/>
                  <p:nvPr/>
                </p:nvCxnSpPr>
                <p:spPr>
                  <a:xfrm flipV="1">
                    <a:off x="2905431" y="5058650"/>
                    <a:ext cx="1520920" cy="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8" name="直接连接符 147"/>
                  <p:cNvCxnSpPr/>
                  <p:nvPr/>
                </p:nvCxnSpPr>
                <p:spPr>
                  <a:xfrm flipV="1">
                    <a:off x="4708345" y="5058650"/>
                    <a:ext cx="1582276" cy="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5" name="直接连接符 184"/>
                  <p:cNvCxnSpPr/>
                  <p:nvPr/>
                </p:nvCxnSpPr>
                <p:spPr>
                  <a:xfrm flipV="1">
                    <a:off x="6577839" y="5058650"/>
                    <a:ext cx="657046" cy="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83" name="组合 82"/>
              <p:cNvGrpSpPr/>
              <p:nvPr/>
            </p:nvGrpSpPr>
            <p:grpSpPr>
              <a:xfrm>
                <a:off x="3923821" y="5062883"/>
                <a:ext cx="2151488" cy="523220"/>
                <a:chOff x="1709446" y="4902757"/>
                <a:chExt cx="2151488" cy="523220"/>
              </a:xfrm>
            </p:grpSpPr>
            <p:cxnSp>
              <p:nvCxnSpPr>
                <p:cNvPr id="90" name="直接连接符 89"/>
                <p:cNvCxnSpPr/>
                <p:nvPr/>
              </p:nvCxnSpPr>
              <p:spPr>
                <a:xfrm>
                  <a:off x="1709446" y="4902757"/>
                  <a:ext cx="281994" cy="52322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7" name="直接连接符 86"/>
                <p:cNvCxnSpPr/>
                <p:nvPr/>
              </p:nvCxnSpPr>
              <p:spPr>
                <a:xfrm flipV="1">
                  <a:off x="1709446" y="4902757"/>
                  <a:ext cx="281994" cy="52322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2" name="直接连接符 151"/>
                <p:cNvCxnSpPr/>
                <p:nvPr/>
              </p:nvCxnSpPr>
              <p:spPr>
                <a:xfrm>
                  <a:off x="3578940" y="4902757"/>
                  <a:ext cx="281994" cy="52322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3" name="直接连接符 152"/>
                <p:cNvCxnSpPr/>
                <p:nvPr/>
              </p:nvCxnSpPr>
              <p:spPr>
                <a:xfrm flipV="1">
                  <a:off x="3578940" y="4902757"/>
                  <a:ext cx="281994" cy="52322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08" name="组合 107"/>
              <p:cNvGrpSpPr/>
              <p:nvPr/>
            </p:nvGrpSpPr>
            <p:grpSpPr>
              <a:xfrm>
                <a:off x="7709077" y="5062883"/>
                <a:ext cx="3251560" cy="523220"/>
                <a:chOff x="1228703" y="4902757"/>
                <a:chExt cx="3251560" cy="523220"/>
              </a:xfrm>
            </p:grpSpPr>
            <p:grpSp>
              <p:nvGrpSpPr>
                <p:cNvPr id="109" name="组合 108"/>
                <p:cNvGrpSpPr/>
                <p:nvPr/>
              </p:nvGrpSpPr>
              <p:grpSpPr>
                <a:xfrm>
                  <a:off x="1228703" y="4902757"/>
                  <a:ext cx="3251560" cy="523220"/>
                  <a:chOff x="2074819" y="4535430"/>
                  <a:chExt cx="3251560" cy="523220"/>
                </a:xfrm>
              </p:grpSpPr>
              <p:cxnSp>
                <p:nvCxnSpPr>
                  <p:cNvPr id="116" name="直接连接符 115"/>
                  <p:cNvCxnSpPr/>
                  <p:nvPr/>
                </p:nvCxnSpPr>
                <p:spPr>
                  <a:xfrm>
                    <a:off x="2074819" y="5058650"/>
                    <a:ext cx="1658185" cy="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3" name="直接连接符 192"/>
                  <p:cNvCxnSpPr/>
                  <p:nvPr/>
                </p:nvCxnSpPr>
                <p:spPr>
                  <a:xfrm>
                    <a:off x="3733004" y="4535430"/>
                    <a:ext cx="281994" cy="52322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7" name="直接连接符 196"/>
                  <p:cNvCxnSpPr/>
                  <p:nvPr/>
                </p:nvCxnSpPr>
                <p:spPr>
                  <a:xfrm>
                    <a:off x="4014998" y="5058650"/>
                    <a:ext cx="1311381" cy="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10" name="组合 109"/>
                <p:cNvGrpSpPr/>
                <p:nvPr/>
              </p:nvGrpSpPr>
              <p:grpSpPr>
                <a:xfrm flipV="1">
                  <a:off x="1228703" y="4902757"/>
                  <a:ext cx="3251560" cy="523220"/>
                  <a:chOff x="2074819" y="4535430"/>
                  <a:chExt cx="3251560" cy="523220"/>
                </a:xfrm>
              </p:grpSpPr>
              <p:cxnSp>
                <p:nvCxnSpPr>
                  <p:cNvPr id="113" name="直接连接符 112"/>
                  <p:cNvCxnSpPr/>
                  <p:nvPr/>
                </p:nvCxnSpPr>
                <p:spPr>
                  <a:xfrm flipV="1">
                    <a:off x="2074819" y="5058650"/>
                    <a:ext cx="1658185" cy="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4" name="直接连接符 193"/>
                  <p:cNvCxnSpPr/>
                  <p:nvPr/>
                </p:nvCxnSpPr>
                <p:spPr>
                  <a:xfrm>
                    <a:off x="3733004" y="4535430"/>
                    <a:ext cx="281994" cy="52322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8" name="直接连接符 197"/>
                  <p:cNvCxnSpPr/>
                  <p:nvPr/>
                </p:nvCxnSpPr>
                <p:spPr>
                  <a:xfrm flipV="1">
                    <a:off x="4014998" y="5058650"/>
                    <a:ext cx="1311381" cy="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121" name="文本框 120"/>
              <p:cNvSpPr txBox="1"/>
              <p:nvPr/>
            </p:nvSpPr>
            <p:spPr>
              <a:xfrm>
                <a:off x="6635939" y="5032105"/>
                <a:ext cx="118056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800"/>
                  <a:t>……</a:t>
                </a:r>
                <a:endParaRPr lang="en-US" altLang="zh-CN" sz="2800"/>
              </a:p>
            </p:txBody>
          </p:sp>
        </p:grpSp>
        <p:sp>
          <p:nvSpPr>
            <p:cNvPr id="242" name="文本框 241"/>
            <p:cNvSpPr txBox="1"/>
            <p:nvPr/>
          </p:nvSpPr>
          <p:spPr>
            <a:xfrm>
              <a:off x="2756751" y="4755160"/>
              <a:ext cx="8500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/>
                <a:t>B7</a:t>
              </a:r>
              <a:endParaRPr lang="en-US" altLang="zh-CN" sz="2400"/>
            </a:p>
          </p:txBody>
        </p:sp>
        <p:sp>
          <p:nvSpPr>
            <p:cNvPr id="243" name="文本框 242"/>
            <p:cNvSpPr txBox="1"/>
            <p:nvPr/>
          </p:nvSpPr>
          <p:spPr>
            <a:xfrm>
              <a:off x="4571950" y="4755160"/>
              <a:ext cx="8500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/>
                <a:t>B6</a:t>
              </a:r>
              <a:endParaRPr lang="en-US" altLang="zh-CN" sz="2400"/>
            </a:p>
          </p:txBody>
        </p:sp>
        <p:sp>
          <p:nvSpPr>
            <p:cNvPr id="244" name="文本框 243"/>
            <p:cNvSpPr txBox="1"/>
            <p:nvPr/>
          </p:nvSpPr>
          <p:spPr>
            <a:xfrm>
              <a:off x="8123437" y="4755160"/>
              <a:ext cx="8500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/>
                <a:t>B0</a:t>
              </a:r>
              <a:endParaRPr lang="en-US" altLang="zh-CN" sz="2400"/>
            </a:p>
          </p:txBody>
        </p:sp>
      </p:grpSp>
      <p:grpSp>
        <p:nvGrpSpPr>
          <p:cNvPr id="249" name="组合 248"/>
          <p:cNvGrpSpPr/>
          <p:nvPr/>
        </p:nvGrpSpPr>
        <p:grpSpPr>
          <a:xfrm>
            <a:off x="515304" y="5564568"/>
            <a:ext cx="10447240" cy="550596"/>
            <a:chOff x="515304" y="5564568"/>
            <a:chExt cx="10447240" cy="550596"/>
          </a:xfrm>
        </p:grpSpPr>
        <p:grpSp>
          <p:nvGrpSpPr>
            <p:cNvPr id="212" name="组合 211"/>
            <p:cNvGrpSpPr/>
            <p:nvPr/>
          </p:nvGrpSpPr>
          <p:grpSpPr>
            <a:xfrm>
              <a:off x="515304" y="5564568"/>
              <a:ext cx="10447240" cy="550596"/>
              <a:chOff x="515304" y="5035507"/>
              <a:chExt cx="10447240" cy="550596"/>
            </a:xfrm>
          </p:grpSpPr>
          <p:sp>
            <p:nvSpPr>
              <p:cNvPr id="213" name="文本框 212"/>
              <p:cNvSpPr txBox="1"/>
              <p:nvPr/>
            </p:nvSpPr>
            <p:spPr>
              <a:xfrm>
                <a:off x="515304" y="5062883"/>
                <a:ext cx="118056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/>
                  <a:t>MISO</a:t>
                </a:r>
                <a:endParaRPr lang="en-US" altLang="zh-CN" sz="2400"/>
              </a:p>
            </p:txBody>
          </p:sp>
          <p:grpSp>
            <p:nvGrpSpPr>
              <p:cNvPr id="214" name="组合 213"/>
              <p:cNvGrpSpPr/>
              <p:nvPr/>
            </p:nvGrpSpPr>
            <p:grpSpPr>
              <a:xfrm>
                <a:off x="1718270" y="5062882"/>
                <a:ext cx="9244274" cy="523221"/>
                <a:chOff x="1374684" y="4902756"/>
                <a:chExt cx="9244274" cy="523221"/>
              </a:xfrm>
            </p:grpSpPr>
            <p:grpSp>
              <p:nvGrpSpPr>
                <p:cNvPr id="230" name="组合 229"/>
                <p:cNvGrpSpPr/>
                <p:nvPr/>
              </p:nvGrpSpPr>
              <p:grpSpPr>
                <a:xfrm>
                  <a:off x="1374684" y="5157198"/>
                  <a:ext cx="9244274" cy="268779"/>
                  <a:chOff x="2220800" y="4789871"/>
                  <a:chExt cx="9244274" cy="268779"/>
                </a:xfrm>
              </p:grpSpPr>
              <p:cxnSp>
                <p:nvCxnSpPr>
                  <p:cNvPr id="238" name="直接连接符 237"/>
                  <p:cNvCxnSpPr/>
                  <p:nvPr/>
                </p:nvCxnSpPr>
                <p:spPr>
                  <a:xfrm>
                    <a:off x="2753910" y="4789871"/>
                    <a:ext cx="144860" cy="268778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9" name="直接连接符 238"/>
                  <p:cNvCxnSpPr/>
                  <p:nvPr/>
                </p:nvCxnSpPr>
                <p:spPr>
                  <a:xfrm>
                    <a:off x="2905431" y="5058650"/>
                    <a:ext cx="1527856" cy="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0" name="直接连接符 239"/>
                  <p:cNvCxnSpPr/>
                  <p:nvPr/>
                </p:nvCxnSpPr>
                <p:spPr>
                  <a:xfrm>
                    <a:off x="4708345" y="5058650"/>
                    <a:ext cx="1582276" cy="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1" name="直接连接符 240"/>
                  <p:cNvCxnSpPr/>
                  <p:nvPr/>
                </p:nvCxnSpPr>
                <p:spPr>
                  <a:xfrm>
                    <a:off x="6577839" y="5058650"/>
                    <a:ext cx="657046" cy="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8" name="直接连接符 257"/>
                  <p:cNvCxnSpPr/>
                  <p:nvPr/>
                </p:nvCxnSpPr>
                <p:spPr>
                  <a:xfrm>
                    <a:off x="2220800" y="4789871"/>
                    <a:ext cx="531949" cy="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2" name="直接连接符 261"/>
                  <p:cNvCxnSpPr/>
                  <p:nvPr/>
                </p:nvCxnSpPr>
                <p:spPr>
                  <a:xfrm flipH="1">
                    <a:off x="10788265" y="4789871"/>
                    <a:ext cx="144860" cy="268778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3" name="直接连接符 262"/>
                  <p:cNvCxnSpPr/>
                  <p:nvPr/>
                </p:nvCxnSpPr>
                <p:spPr>
                  <a:xfrm flipH="1">
                    <a:off x="10933125" y="4789871"/>
                    <a:ext cx="531949" cy="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31" name="组合 230"/>
                <p:cNvGrpSpPr/>
                <p:nvPr/>
              </p:nvGrpSpPr>
              <p:grpSpPr>
                <a:xfrm flipV="1">
                  <a:off x="1915520" y="4902756"/>
                  <a:ext cx="8171489" cy="254442"/>
                  <a:chOff x="2761636" y="4804209"/>
                  <a:chExt cx="8171489" cy="254442"/>
                </a:xfrm>
              </p:grpSpPr>
              <p:cxnSp>
                <p:nvCxnSpPr>
                  <p:cNvPr id="233" name="直接连接符 232"/>
                  <p:cNvCxnSpPr/>
                  <p:nvPr/>
                </p:nvCxnSpPr>
                <p:spPr>
                  <a:xfrm>
                    <a:off x="2761636" y="4804209"/>
                    <a:ext cx="137134" cy="254442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4" name="直接连接符 233"/>
                  <p:cNvCxnSpPr/>
                  <p:nvPr/>
                </p:nvCxnSpPr>
                <p:spPr>
                  <a:xfrm flipV="1">
                    <a:off x="2905431" y="5058650"/>
                    <a:ext cx="1520920" cy="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5" name="直接连接符 234"/>
                  <p:cNvCxnSpPr/>
                  <p:nvPr/>
                </p:nvCxnSpPr>
                <p:spPr>
                  <a:xfrm flipV="1">
                    <a:off x="4708345" y="5058650"/>
                    <a:ext cx="1582276" cy="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6" name="直接连接符 235"/>
                  <p:cNvCxnSpPr/>
                  <p:nvPr/>
                </p:nvCxnSpPr>
                <p:spPr>
                  <a:xfrm flipV="1">
                    <a:off x="6577839" y="5058650"/>
                    <a:ext cx="657046" cy="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4" name="直接连接符 263"/>
                  <p:cNvCxnSpPr/>
                  <p:nvPr/>
                </p:nvCxnSpPr>
                <p:spPr>
                  <a:xfrm flipH="1">
                    <a:off x="10795991" y="4804209"/>
                    <a:ext cx="137134" cy="254442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215" name="组合 214"/>
              <p:cNvGrpSpPr/>
              <p:nvPr/>
            </p:nvGrpSpPr>
            <p:grpSpPr>
              <a:xfrm>
                <a:off x="3923821" y="5062883"/>
                <a:ext cx="2151488" cy="523220"/>
                <a:chOff x="1709446" y="4902757"/>
                <a:chExt cx="2151488" cy="523220"/>
              </a:xfrm>
            </p:grpSpPr>
            <p:cxnSp>
              <p:nvCxnSpPr>
                <p:cNvPr id="226" name="直接连接符 225"/>
                <p:cNvCxnSpPr/>
                <p:nvPr/>
              </p:nvCxnSpPr>
              <p:spPr>
                <a:xfrm>
                  <a:off x="1709446" y="4902757"/>
                  <a:ext cx="281994" cy="52322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7" name="直接连接符 226"/>
                <p:cNvCxnSpPr/>
                <p:nvPr/>
              </p:nvCxnSpPr>
              <p:spPr>
                <a:xfrm flipV="1">
                  <a:off x="1709446" y="4902757"/>
                  <a:ext cx="281994" cy="52322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8" name="直接连接符 227"/>
                <p:cNvCxnSpPr/>
                <p:nvPr/>
              </p:nvCxnSpPr>
              <p:spPr>
                <a:xfrm>
                  <a:off x="3578940" y="4902757"/>
                  <a:ext cx="281994" cy="52322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9" name="直接连接符 228"/>
                <p:cNvCxnSpPr/>
                <p:nvPr/>
              </p:nvCxnSpPr>
              <p:spPr>
                <a:xfrm flipV="1">
                  <a:off x="3578940" y="4902757"/>
                  <a:ext cx="281994" cy="52322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6" name="组合 215"/>
              <p:cNvGrpSpPr/>
              <p:nvPr/>
            </p:nvGrpSpPr>
            <p:grpSpPr>
              <a:xfrm>
                <a:off x="7709077" y="5062883"/>
                <a:ext cx="2584384" cy="523220"/>
                <a:chOff x="1228703" y="4902757"/>
                <a:chExt cx="2584384" cy="523220"/>
              </a:xfrm>
            </p:grpSpPr>
            <p:grpSp>
              <p:nvGrpSpPr>
                <p:cNvPr id="218" name="组合 217"/>
                <p:cNvGrpSpPr/>
                <p:nvPr/>
              </p:nvGrpSpPr>
              <p:grpSpPr>
                <a:xfrm>
                  <a:off x="1228703" y="4902757"/>
                  <a:ext cx="2576658" cy="523220"/>
                  <a:chOff x="2074819" y="4535430"/>
                  <a:chExt cx="2576658" cy="523220"/>
                </a:xfrm>
              </p:grpSpPr>
              <p:cxnSp>
                <p:nvCxnSpPr>
                  <p:cNvPr id="223" name="直接连接符 222"/>
                  <p:cNvCxnSpPr/>
                  <p:nvPr/>
                </p:nvCxnSpPr>
                <p:spPr>
                  <a:xfrm>
                    <a:off x="2074819" y="5058650"/>
                    <a:ext cx="1658185" cy="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4" name="直接连接符 223"/>
                  <p:cNvCxnSpPr/>
                  <p:nvPr/>
                </p:nvCxnSpPr>
                <p:spPr>
                  <a:xfrm>
                    <a:off x="3733004" y="4535430"/>
                    <a:ext cx="281994" cy="52322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5" name="直接连接符 224"/>
                  <p:cNvCxnSpPr/>
                  <p:nvPr/>
                </p:nvCxnSpPr>
                <p:spPr>
                  <a:xfrm>
                    <a:off x="4014998" y="5058650"/>
                    <a:ext cx="636479" cy="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19" name="组合 218"/>
                <p:cNvGrpSpPr/>
                <p:nvPr/>
              </p:nvGrpSpPr>
              <p:grpSpPr>
                <a:xfrm flipV="1">
                  <a:off x="1228703" y="4902757"/>
                  <a:ext cx="2584384" cy="523220"/>
                  <a:chOff x="2074819" y="4535430"/>
                  <a:chExt cx="2584384" cy="523220"/>
                </a:xfrm>
              </p:grpSpPr>
              <p:cxnSp>
                <p:nvCxnSpPr>
                  <p:cNvPr id="220" name="直接连接符 219"/>
                  <p:cNvCxnSpPr/>
                  <p:nvPr/>
                </p:nvCxnSpPr>
                <p:spPr>
                  <a:xfrm flipV="1">
                    <a:off x="2074819" y="5058650"/>
                    <a:ext cx="1658185" cy="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1" name="直接连接符 220"/>
                  <p:cNvCxnSpPr/>
                  <p:nvPr/>
                </p:nvCxnSpPr>
                <p:spPr>
                  <a:xfrm>
                    <a:off x="3733004" y="4535430"/>
                    <a:ext cx="281994" cy="52322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2" name="直接连接符 221"/>
                  <p:cNvCxnSpPr/>
                  <p:nvPr/>
                </p:nvCxnSpPr>
                <p:spPr>
                  <a:xfrm flipV="1">
                    <a:off x="4014998" y="5058650"/>
                    <a:ext cx="644205" cy="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217" name="文本框 216"/>
              <p:cNvSpPr txBox="1"/>
              <p:nvPr/>
            </p:nvSpPr>
            <p:spPr>
              <a:xfrm>
                <a:off x="6635939" y="5035507"/>
                <a:ext cx="118056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800"/>
                  <a:t>……</a:t>
                </a:r>
                <a:endParaRPr lang="en-US" altLang="zh-CN" sz="2800"/>
              </a:p>
            </p:txBody>
          </p:sp>
        </p:grpSp>
        <p:sp>
          <p:nvSpPr>
            <p:cNvPr id="245" name="文本框 244"/>
            <p:cNvSpPr txBox="1"/>
            <p:nvPr/>
          </p:nvSpPr>
          <p:spPr>
            <a:xfrm>
              <a:off x="2756751" y="5624558"/>
              <a:ext cx="8500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/>
                <a:t>B7</a:t>
              </a:r>
              <a:endParaRPr lang="en-US" altLang="zh-CN" sz="2400"/>
            </a:p>
          </p:txBody>
        </p:sp>
        <p:sp>
          <p:nvSpPr>
            <p:cNvPr id="246" name="文本框 245"/>
            <p:cNvSpPr txBox="1"/>
            <p:nvPr/>
          </p:nvSpPr>
          <p:spPr>
            <a:xfrm>
              <a:off x="4571950" y="5624558"/>
              <a:ext cx="8500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/>
                <a:t>B6</a:t>
              </a:r>
              <a:endParaRPr lang="en-US" altLang="zh-CN" sz="2400"/>
            </a:p>
          </p:txBody>
        </p:sp>
        <p:sp>
          <p:nvSpPr>
            <p:cNvPr id="247" name="文本框 246"/>
            <p:cNvSpPr txBox="1"/>
            <p:nvPr/>
          </p:nvSpPr>
          <p:spPr>
            <a:xfrm>
              <a:off x="8123437" y="5624558"/>
              <a:ext cx="8500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/>
                <a:t>B0</a:t>
              </a:r>
              <a:endParaRPr lang="en-US" altLang="zh-CN" sz="2400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171065"/>
            <a:ext cx="4456090" cy="57591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>
                <a:latin typeface="等线" panose="02010600030101010101" pitchFamily="2" charset="-122"/>
                <a:ea typeface="等线" panose="02010600030101010101" pitchFamily="2" charset="-122"/>
              </a:rPr>
              <a:t>SPI</a:t>
            </a:r>
            <a:r>
              <a:rPr lang="zh-CN" altLang="en-US" sz="3200">
                <a:latin typeface="等线" panose="02010600030101010101" pitchFamily="2" charset="-122"/>
                <a:ea typeface="等线" panose="02010600030101010101" pitchFamily="2" charset="-122"/>
              </a:rPr>
              <a:t>时序基本单元</a:t>
            </a:r>
            <a:endParaRPr lang="zh-CN" altLang="en-US" sz="320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70963" y="1236373"/>
            <a:ext cx="1105007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/>
              <a:t>交换一个字节（模式</a:t>
            </a:r>
            <a:r>
              <a:rPr lang="en-US" altLang="zh-CN" sz="2800"/>
              <a:t>1</a:t>
            </a:r>
            <a:r>
              <a:rPr lang="zh-CN" altLang="en-US" sz="2800"/>
              <a:t>）</a:t>
            </a:r>
            <a:endParaRPr lang="en-US" altLang="zh-CN" sz="280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/>
              <a:t>CPOL=0</a:t>
            </a:r>
            <a:r>
              <a:rPr lang="zh-CN" altLang="en-US" sz="2800"/>
              <a:t>：空闲状态时，</a:t>
            </a:r>
            <a:r>
              <a:rPr lang="en-US" altLang="zh-CN" sz="2800"/>
              <a:t>SCK</a:t>
            </a:r>
            <a:r>
              <a:rPr lang="zh-CN" altLang="en-US" sz="2800"/>
              <a:t>为低电平</a:t>
            </a:r>
            <a:endParaRPr lang="en-US" altLang="zh-CN" sz="280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/>
              <a:t>CPHA=1</a:t>
            </a:r>
            <a:r>
              <a:rPr lang="zh-CN" altLang="en-US" sz="2800"/>
              <a:t>：</a:t>
            </a:r>
            <a:r>
              <a:rPr lang="en-US" altLang="zh-CN" sz="2800"/>
              <a:t>SCK</a:t>
            </a:r>
            <a:r>
              <a:rPr lang="zh-CN" altLang="en-US" sz="2800"/>
              <a:t>第一个边沿移出数据，第二个边沿移入数据</a:t>
            </a:r>
            <a:endParaRPr lang="en-US" altLang="zh-CN" sz="2800"/>
          </a:p>
        </p:txBody>
      </p:sp>
      <p:grpSp>
        <p:nvGrpSpPr>
          <p:cNvPr id="122" name="组合 121"/>
          <p:cNvGrpSpPr/>
          <p:nvPr/>
        </p:nvGrpSpPr>
        <p:grpSpPr>
          <a:xfrm>
            <a:off x="515304" y="3045576"/>
            <a:ext cx="10445333" cy="523220"/>
            <a:chOff x="515304" y="3252310"/>
            <a:chExt cx="10445333" cy="523220"/>
          </a:xfrm>
        </p:grpSpPr>
        <p:sp>
          <p:nvSpPr>
            <p:cNvPr id="3" name="文本框 2"/>
            <p:cNvSpPr txBox="1"/>
            <p:nvPr/>
          </p:nvSpPr>
          <p:spPr>
            <a:xfrm>
              <a:off x="515304" y="3252310"/>
              <a:ext cx="118056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/>
                <a:t>SS</a:t>
              </a:r>
              <a:endParaRPr lang="en-US" altLang="zh-CN" sz="2400"/>
            </a:p>
          </p:txBody>
        </p:sp>
        <p:grpSp>
          <p:nvGrpSpPr>
            <p:cNvPr id="7" name="组合 6"/>
            <p:cNvGrpSpPr/>
            <p:nvPr/>
          </p:nvGrpSpPr>
          <p:grpSpPr>
            <a:xfrm>
              <a:off x="1718270" y="3252310"/>
              <a:ext cx="9242367" cy="523220"/>
              <a:chOff x="1374684" y="3818587"/>
              <a:chExt cx="9242367" cy="523220"/>
            </a:xfrm>
          </p:grpSpPr>
          <p:grpSp>
            <p:nvGrpSpPr>
              <p:cNvPr id="8" name="组合 7"/>
              <p:cNvGrpSpPr/>
              <p:nvPr/>
            </p:nvGrpSpPr>
            <p:grpSpPr>
              <a:xfrm>
                <a:off x="1374684" y="3818587"/>
                <a:ext cx="9242367" cy="523220"/>
                <a:chOff x="941767" y="4535430"/>
                <a:chExt cx="9242367" cy="523220"/>
              </a:xfrm>
            </p:grpSpPr>
            <p:cxnSp>
              <p:nvCxnSpPr>
                <p:cNvPr id="12" name="直接连接符 11"/>
                <p:cNvCxnSpPr/>
                <p:nvPr/>
              </p:nvCxnSpPr>
              <p:spPr>
                <a:xfrm>
                  <a:off x="941767" y="4535430"/>
                  <a:ext cx="392806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" name="直接连接符 12"/>
                <p:cNvCxnSpPr/>
                <p:nvPr/>
              </p:nvCxnSpPr>
              <p:spPr>
                <a:xfrm>
                  <a:off x="1337743" y="4535430"/>
                  <a:ext cx="281994" cy="52322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直接连接符 13"/>
                <p:cNvCxnSpPr/>
                <p:nvPr/>
              </p:nvCxnSpPr>
              <p:spPr>
                <a:xfrm>
                  <a:off x="6932574" y="5058650"/>
                  <a:ext cx="2576760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直接连接符 126"/>
                <p:cNvCxnSpPr/>
                <p:nvPr/>
              </p:nvCxnSpPr>
              <p:spPr>
                <a:xfrm>
                  <a:off x="9791328" y="4535430"/>
                  <a:ext cx="392806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" name="组合 8"/>
              <p:cNvGrpSpPr/>
              <p:nvPr/>
            </p:nvGrpSpPr>
            <p:grpSpPr>
              <a:xfrm flipH="1">
                <a:off x="2052654" y="3818587"/>
                <a:ext cx="8171591" cy="523220"/>
                <a:chOff x="-4042522" y="4535430"/>
                <a:chExt cx="8171591" cy="523220"/>
              </a:xfrm>
            </p:grpSpPr>
            <p:cxnSp>
              <p:nvCxnSpPr>
                <p:cNvPr id="10" name="直接连接符 9"/>
                <p:cNvCxnSpPr/>
                <p:nvPr/>
              </p:nvCxnSpPr>
              <p:spPr>
                <a:xfrm>
                  <a:off x="-4042522" y="4535430"/>
                  <a:ext cx="281994" cy="52322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" name="直接连接符 10"/>
                <p:cNvCxnSpPr/>
                <p:nvPr/>
              </p:nvCxnSpPr>
              <p:spPr>
                <a:xfrm>
                  <a:off x="-198000" y="5058650"/>
                  <a:ext cx="4327069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62" name="文本框 61"/>
            <p:cNvSpPr txBox="1"/>
            <p:nvPr/>
          </p:nvSpPr>
          <p:spPr>
            <a:xfrm>
              <a:off x="6602500" y="3252310"/>
              <a:ext cx="118056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/>
                <a:t>……</a:t>
              </a:r>
              <a:endParaRPr lang="en-US" altLang="zh-CN" sz="2800"/>
            </a:p>
          </p:txBody>
        </p:sp>
      </p:grpSp>
      <p:grpSp>
        <p:nvGrpSpPr>
          <p:cNvPr id="123" name="组合 122"/>
          <p:cNvGrpSpPr/>
          <p:nvPr/>
        </p:nvGrpSpPr>
        <p:grpSpPr>
          <a:xfrm>
            <a:off x="515304" y="3885758"/>
            <a:ext cx="10445333" cy="523221"/>
            <a:chOff x="515304" y="4016442"/>
            <a:chExt cx="10445333" cy="523221"/>
          </a:xfrm>
        </p:grpSpPr>
        <p:sp>
          <p:nvSpPr>
            <p:cNvPr id="64" name="文本框 63"/>
            <p:cNvSpPr txBox="1"/>
            <p:nvPr/>
          </p:nvSpPr>
          <p:spPr>
            <a:xfrm>
              <a:off x="515304" y="4016443"/>
              <a:ext cx="118056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/>
                <a:t>SCK</a:t>
              </a:r>
              <a:endParaRPr lang="en-US" altLang="zh-CN" sz="2400"/>
            </a:p>
          </p:txBody>
        </p:sp>
        <p:grpSp>
          <p:nvGrpSpPr>
            <p:cNvPr id="66" name="组合 65"/>
            <p:cNvGrpSpPr/>
            <p:nvPr/>
          </p:nvGrpSpPr>
          <p:grpSpPr>
            <a:xfrm>
              <a:off x="1718270" y="4016443"/>
              <a:ext cx="2489605" cy="523220"/>
              <a:chOff x="1374684" y="3818587"/>
              <a:chExt cx="2489605" cy="523220"/>
            </a:xfrm>
          </p:grpSpPr>
          <p:grpSp>
            <p:nvGrpSpPr>
              <p:cNvPr id="67" name="组合 66"/>
              <p:cNvGrpSpPr/>
              <p:nvPr/>
            </p:nvGrpSpPr>
            <p:grpSpPr>
              <a:xfrm>
                <a:off x="2939171" y="3818587"/>
                <a:ext cx="925118" cy="523220"/>
                <a:chOff x="2506254" y="4535430"/>
                <a:chExt cx="925118" cy="523220"/>
              </a:xfrm>
            </p:grpSpPr>
            <p:cxnSp>
              <p:nvCxnSpPr>
                <p:cNvPr id="71" name="直接连接符 70"/>
                <p:cNvCxnSpPr/>
                <p:nvPr/>
              </p:nvCxnSpPr>
              <p:spPr>
                <a:xfrm>
                  <a:off x="2506254" y="4535430"/>
                  <a:ext cx="648000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2" name="直接连接符 71"/>
                <p:cNvCxnSpPr/>
                <p:nvPr/>
              </p:nvCxnSpPr>
              <p:spPr>
                <a:xfrm>
                  <a:off x="3149378" y="4535430"/>
                  <a:ext cx="281994" cy="52322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8" name="组合 67"/>
              <p:cNvGrpSpPr/>
              <p:nvPr/>
            </p:nvGrpSpPr>
            <p:grpSpPr>
              <a:xfrm flipH="1">
                <a:off x="1374684" y="3818587"/>
                <a:ext cx="1564487" cy="523220"/>
                <a:chOff x="3242552" y="4535430"/>
                <a:chExt cx="1564487" cy="523220"/>
              </a:xfrm>
            </p:grpSpPr>
            <p:cxnSp>
              <p:nvCxnSpPr>
                <p:cNvPr id="69" name="直接连接符 68"/>
                <p:cNvCxnSpPr/>
                <p:nvPr/>
              </p:nvCxnSpPr>
              <p:spPr>
                <a:xfrm>
                  <a:off x="3242552" y="4535430"/>
                  <a:ext cx="281994" cy="52322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0" name="直接连接符 69"/>
                <p:cNvCxnSpPr/>
                <p:nvPr/>
              </p:nvCxnSpPr>
              <p:spPr>
                <a:xfrm>
                  <a:off x="3524546" y="5058650"/>
                  <a:ext cx="1282493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92" name="组合 91"/>
            <p:cNvGrpSpPr/>
            <p:nvPr/>
          </p:nvGrpSpPr>
          <p:grpSpPr>
            <a:xfrm>
              <a:off x="4207875" y="4016443"/>
              <a:ext cx="2515434" cy="523220"/>
              <a:chOff x="2006914" y="3818587"/>
              <a:chExt cx="2515434" cy="523220"/>
            </a:xfrm>
          </p:grpSpPr>
          <p:grpSp>
            <p:nvGrpSpPr>
              <p:cNvPr id="93" name="组合 92"/>
              <p:cNvGrpSpPr/>
              <p:nvPr/>
            </p:nvGrpSpPr>
            <p:grpSpPr>
              <a:xfrm>
                <a:off x="2939130" y="3818587"/>
                <a:ext cx="1583218" cy="523220"/>
                <a:chOff x="2506213" y="4535430"/>
                <a:chExt cx="1583218" cy="523220"/>
              </a:xfrm>
            </p:grpSpPr>
            <p:cxnSp>
              <p:nvCxnSpPr>
                <p:cNvPr id="97" name="直接连接符 96"/>
                <p:cNvCxnSpPr/>
                <p:nvPr/>
              </p:nvCxnSpPr>
              <p:spPr>
                <a:xfrm>
                  <a:off x="2506213" y="4535430"/>
                  <a:ext cx="648000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8" name="直接连接符 97"/>
                <p:cNvCxnSpPr/>
                <p:nvPr/>
              </p:nvCxnSpPr>
              <p:spPr>
                <a:xfrm>
                  <a:off x="3159437" y="4535430"/>
                  <a:ext cx="281994" cy="52322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9" name="直接连接符 98"/>
                <p:cNvCxnSpPr/>
                <p:nvPr/>
              </p:nvCxnSpPr>
              <p:spPr>
                <a:xfrm>
                  <a:off x="3441431" y="5058650"/>
                  <a:ext cx="648000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4" name="组合 93"/>
              <p:cNvGrpSpPr/>
              <p:nvPr/>
            </p:nvGrpSpPr>
            <p:grpSpPr>
              <a:xfrm flipH="1">
                <a:off x="2006914" y="3818587"/>
                <a:ext cx="932216" cy="523220"/>
                <a:chOff x="3242593" y="4535430"/>
                <a:chExt cx="932216" cy="523220"/>
              </a:xfrm>
            </p:grpSpPr>
            <p:cxnSp>
              <p:nvCxnSpPr>
                <p:cNvPr id="95" name="直接连接符 94"/>
                <p:cNvCxnSpPr/>
                <p:nvPr/>
              </p:nvCxnSpPr>
              <p:spPr>
                <a:xfrm>
                  <a:off x="3242593" y="4535430"/>
                  <a:ext cx="281994" cy="52322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6" name="直接连接符 95"/>
                <p:cNvCxnSpPr/>
                <p:nvPr/>
              </p:nvCxnSpPr>
              <p:spPr>
                <a:xfrm>
                  <a:off x="3526809" y="5058650"/>
                  <a:ext cx="648000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00" name="组合 99"/>
            <p:cNvGrpSpPr/>
            <p:nvPr/>
          </p:nvGrpSpPr>
          <p:grpSpPr>
            <a:xfrm>
              <a:off x="7711918" y="4016442"/>
              <a:ext cx="3248719" cy="523221"/>
              <a:chOff x="1231544" y="3818586"/>
              <a:chExt cx="3248719" cy="523221"/>
            </a:xfrm>
          </p:grpSpPr>
          <p:grpSp>
            <p:nvGrpSpPr>
              <p:cNvPr id="101" name="组合 100"/>
              <p:cNvGrpSpPr/>
              <p:nvPr/>
            </p:nvGrpSpPr>
            <p:grpSpPr>
              <a:xfrm>
                <a:off x="2241729" y="3818586"/>
                <a:ext cx="2238534" cy="523221"/>
                <a:chOff x="1808812" y="4535429"/>
                <a:chExt cx="2238534" cy="523221"/>
              </a:xfrm>
            </p:grpSpPr>
            <p:cxnSp>
              <p:nvCxnSpPr>
                <p:cNvPr id="105" name="直接连接符 104"/>
                <p:cNvCxnSpPr/>
                <p:nvPr/>
              </p:nvCxnSpPr>
              <p:spPr>
                <a:xfrm>
                  <a:off x="1808812" y="4535429"/>
                  <a:ext cx="648000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6" name="直接连接符 105"/>
                <p:cNvCxnSpPr/>
                <p:nvPr/>
              </p:nvCxnSpPr>
              <p:spPr>
                <a:xfrm>
                  <a:off x="2456812" y="4535430"/>
                  <a:ext cx="281994" cy="52322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7" name="直接连接符 106"/>
                <p:cNvCxnSpPr/>
                <p:nvPr/>
              </p:nvCxnSpPr>
              <p:spPr>
                <a:xfrm>
                  <a:off x="2738806" y="5058650"/>
                  <a:ext cx="1308540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02" name="组合 101"/>
              <p:cNvGrpSpPr/>
              <p:nvPr/>
            </p:nvGrpSpPr>
            <p:grpSpPr>
              <a:xfrm flipH="1">
                <a:off x="1231544" y="3818587"/>
                <a:ext cx="1010185" cy="523220"/>
                <a:chOff x="3939994" y="4535430"/>
                <a:chExt cx="1010185" cy="523220"/>
              </a:xfrm>
            </p:grpSpPr>
            <p:cxnSp>
              <p:nvCxnSpPr>
                <p:cNvPr id="103" name="直接连接符 102"/>
                <p:cNvCxnSpPr/>
                <p:nvPr/>
              </p:nvCxnSpPr>
              <p:spPr>
                <a:xfrm>
                  <a:off x="3939994" y="4535430"/>
                  <a:ext cx="281994" cy="52322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4" name="直接连接符 103"/>
                <p:cNvCxnSpPr/>
                <p:nvPr/>
              </p:nvCxnSpPr>
              <p:spPr>
                <a:xfrm>
                  <a:off x="4221988" y="5058650"/>
                  <a:ext cx="728191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20" name="文本框 119"/>
            <p:cNvSpPr txBox="1"/>
            <p:nvPr/>
          </p:nvSpPr>
          <p:spPr>
            <a:xfrm>
              <a:off x="6602500" y="4016443"/>
              <a:ext cx="118056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/>
                <a:t>……</a:t>
              </a:r>
              <a:endParaRPr lang="en-US" altLang="zh-CN" sz="2800"/>
            </a:p>
          </p:txBody>
        </p:sp>
      </p:grpSp>
      <p:grpSp>
        <p:nvGrpSpPr>
          <p:cNvPr id="165" name="组合 164"/>
          <p:cNvGrpSpPr/>
          <p:nvPr/>
        </p:nvGrpSpPr>
        <p:grpSpPr>
          <a:xfrm>
            <a:off x="515304" y="4695163"/>
            <a:ext cx="10445333" cy="553998"/>
            <a:chOff x="515304" y="4695163"/>
            <a:chExt cx="10445333" cy="553998"/>
          </a:xfrm>
        </p:grpSpPr>
        <p:grpSp>
          <p:nvGrpSpPr>
            <p:cNvPr id="160" name="组合 159"/>
            <p:cNvGrpSpPr/>
            <p:nvPr/>
          </p:nvGrpSpPr>
          <p:grpSpPr>
            <a:xfrm>
              <a:off x="1718270" y="4695163"/>
              <a:ext cx="9242367" cy="553998"/>
              <a:chOff x="1718270" y="4695163"/>
              <a:chExt cx="9242367" cy="553998"/>
            </a:xfrm>
          </p:grpSpPr>
          <p:grpSp>
            <p:nvGrpSpPr>
              <p:cNvPr id="248" name="组合 247"/>
              <p:cNvGrpSpPr/>
              <p:nvPr/>
            </p:nvGrpSpPr>
            <p:grpSpPr>
              <a:xfrm>
                <a:off x="1718270" y="4725940"/>
                <a:ext cx="9242367" cy="523221"/>
                <a:chOff x="828485" y="4725940"/>
                <a:chExt cx="9242367" cy="523221"/>
              </a:xfrm>
            </p:grpSpPr>
            <p:grpSp>
              <p:nvGrpSpPr>
                <p:cNvPr id="124" name="组合 123"/>
                <p:cNvGrpSpPr/>
                <p:nvPr/>
              </p:nvGrpSpPr>
              <p:grpSpPr>
                <a:xfrm>
                  <a:off x="828485" y="4725940"/>
                  <a:ext cx="9242367" cy="523221"/>
                  <a:chOff x="828485" y="5062882"/>
                  <a:chExt cx="9242367" cy="523221"/>
                </a:xfrm>
              </p:grpSpPr>
              <p:grpSp>
                <p:nvGrpSpPr>
                  <p:cNvPr id="74" name="组合 73"/>
                  <p:cNvGrpSpPr/>
                  <p:nvPr/>
                </p:nvGrpSpPr>
                <p:grpSpPr>
                  <a:xfrm>
                    <a:off x="828485" y="5062882"/>
                    <a:ext cx="6729202" cy="523221"/>
                    <a:chOff x="484899" y="4902756"/>
                    <a:chExt cx="6729202" cy="523221"/>
                  </a:xfrm>
                </p:grpSpPr>
                <p:grpSp>
                  <p:nvGrpSpPr>
                    <p:cNvPr id="75" name="组合 74"/>
                    <p:cNvGrpSpPr/>
                    <p:nvPr/>
                  </p:nvGrpSpPr>
                  <p:grpSpPr>
                    <a:xfrm>
                      <a:off x="484899" y="4902756"/>
                      <a:ext cx="6729202" cy="523221"/>
                      <a:chOff x="1331015" y="4535429"/>
                      <a:chExt cx="6729202" cy="523221"/>
                    </a:xfrm>
                  </p:grpSpPr>
                  <p:cxnSp>
                    <p:nvCxnSpPr>
                      <p:cNvPr id="80" name="直接连接符 79"/>
                      <p:cNvCxnSpPr/>
                      <p:nvPr/>
                    </p:nvCxnSpPr>
                    <p:spPr>
                      <a:xfrm>
                        <a:off x="1331015" y="4535430"/>
                        <a:ext cx="1282591" cy="0"/>
                      </a:xfrm>
                      <a:prstGeom prst="line">
                        <a:avLst/>
                      </a:prstGeom>
                      <a:ln w="28575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81" name="直接连接符 80"/>
                      <p:cNvCxnSpPr/>
                      <p:nvPr/>
                    </p:nvCxnSpPr>
                    <p:spPr>
                      <a:xfrm>
                        <a:off x="2616776" y="4535429"/>
                        <a:ext cx="281994" cy="523220"/>
                      </a:xfrm>
                      <a:prstGeom prst="line">
                        <a:avLst/>
                      </a:prstGeom>
                      <a:ln w="28575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82" name="直接连接符 81"/>
                      <p:cNvCxnSpPr/>
                      <p:nvPr/>
                    </p:nvCxnSpPr>
                    <p:spPr>
                      <a:xfrm>
                        <a:off x="2905431" y="5058650"/>
                        <a:ext cx="1527856" cy="0"/>
                      </a:xfrm>
                      <a:prstGeom prst="line">
                        <a:avLst/>
                      </a:prstGeom>
                      <a:ln w="28575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47" name="直接连接符 146"/>
                      <p:cNvCxnSpPr/>
                      <p:nvPr/>
                    </p:nvCxnSpPr>
                    <p:spPr>
                      <a:xfrm>
                        <a:off x="4708345" y="5058650"/>
                        <a:ext cx="1636755" cy="0"/>
                      </a:xfrm>
                      <a:prstGeom prst="line">
                        <a:avLst/>
                      </a:prstGeom>
                      <a:ln w="28575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84" name="直接连接符 183"/>
                      <p:cNvCxnSpPr/>
                      <p:nvPr/>
                    </p:nvCxnSpPr>
                    <p:spPr>
                      <a:xfrm>
                        <a:off x="7321822" y="5058650"/>
                        <a:ext cx="738395" cy="0"/>
                      </a:xfrm>
                      <a:prstGeom prst="line">
                        <a:avLst/>
                      </a:prstGeom>
                      <a:ln w="28575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76" name="组合 75"/>
                    <p:cNvGrpSpPr/>
                    <p:nvPr/>
                  </p:nvGrpSpPr>
                  <p:grpSpPr>
                    <a:xfrm flipV="1">
                      <a:off x="484899" y="4902756"/>
                      <a:ext cx="6719251" cy="523221"/>
                      <a:chOff x="1331015" y="4535430"/>
                      <a:chExt cx="6719251" cy="523221"/>
                    </a:xfrm>
                  </p:grpSpPr>
                  <p:cxnSp>
                    <p:nvCxnSpPr>
                      <p:cNvPr id="77" name="直接连接符 76"/>
                      <p:cNvCxnSpPr/>
                      <p:nvPr/>
                    </p:nvCxnSpPr>
                    <p:spPr>
                      <a:xfrm flipV="1">
                        <a:off x="1331015" y="4535430"/>
                        <a:ext cx="1282591" cy="0"/>
                      </a:xfrm>
                      <a:prstGeom prst="line">
                        <a:avLst/>
                      </a:prstGeom>
                      <a:ln w="28575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8" name="直接连接符 77"/>
                      <p:cNvCxnSpPr/>
                      <p:nvPr/>
                    </p:nvCxnSpPr>
                    <p:spPr>
                      <a:xfrm>
                        <a:off x="2616776" y="4535431"/>
                        <a:ext cx="281994" cy="523220"/>
                      </a:xfrm>
                      <a:prstGeom prst="line">
                        <a:avLst/>
                      </a:prstGeom>
                      <a:ln w="28575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9" name="直接连接符 78"/>
                      <p:cNvCxnSpPr/>
                      <p:nvPr/>
                    </p:nvCxnSpPr>
                    <p:spPr>
                      <a:xfrm flipV="1">
                        <a:off x="2905431" y="5058650"/>
                        <a:ext cx="1520920" cy="0"/>
                      </a:xfrm>
                      <a:prstGeom prst="line">
                        <a:avLst/>
                      </a:prstGeom>
                      <a:ln w="28575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48" name="直接连接符 147"/>
                      <p:cNvCxnSpPr/>
                      <p:nvPr/>
                    </p:nvCxnSpPr>
                    <p:spPr>
                      <a:xfrm flipV="1">
                        <a:off x="4708345" y="5058650"/>
                        <a:ext cx="1636755" cy="0"/>
                      </a:xfrm>
                      <a:prstGeom prst="line">
                        <a:avLst/>
                      </a:prstGeom>
                      <a:ln w="28575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85" name="直接连接符 184"/>
                      <p:cNvCxnSpPr/>
                      <p:nvPr/>
                    </p:nvCxnSpPr>
                    <p:spPr>
                      <a:xfrm flipV="1">
                        <a:off x="7321822" y="5058650"/>
                        <a:ext cx="728444" cy="0"/>
                      </a:xfrm>
                      <a:prstGeom prst="line">
                        <a:avLst/>
                      </a:prstGeom>
                      <a:ln w="28575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  <p:grpSp>
                <p:nvGrpSpPr>
                  <p:cNvPr id="83" name="组合 82"/>
                  <p:cNvGrpSpPr/>
                  <p:nvPr/>
                </p:nvGrpSpPr>
                <p:grpSpPr>
                  <a:xfrm>
                    <a:off x="3923821" y="5062883"/>
                    <a:ext cx="3915860" cy="523220"/>
                    <a:chOff x="1709446" y="4902757"/>
                    <a:chExt cx="3915860" cy="523220"/>
                  </a:xfrm>
                </p:grpSpPr>
                <p:cxnSp>
                  <p:nvCxnSpPr>
                    <p:cNvPr id="90" name="直接连接符 89"/>
                    <p:cNvCxnSpPr/>
                    <p:nvPr/>
                  </p:nvCxnSpPr>
                  <p:spPr>
                    <a:xfrm>
                      <a:off x="1709446" y="4902757"/>
                      <a:ext cx="281994" cy="523220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7" name="直接连接符 86"/>
                    <p:cNvCxnSpPr/>
                    <p:nvPr/>
                  </p:nvCxnSpPr>
                  <p:spPr>
                    <a:xfrm flipV="1">
                      <a:off x="1709446" y="4902757"/>
                      <a:ext cx="281994" cy="523220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6" name="直接连接符 15"/>
                    <p:cNvCxnSpPr/>
                    <p:nvPr/>
                  </p:nvCxnSpPr>
                  <p:spPr>
                    <a:xfrm>
                      <a:off x="5343312" y="4902757"/>
                      <a:ext cx="281994" cy="523220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" name="直接连接符 16"/>
                    <p:cNvCxnSpPr/>
                    <p:nvPr/>
                  </p:nvCxnSpPr>
                  <p:spPr>
                    <a:xfrm flipV="1">
                      <a:off x="5343312" y="4902757"/>
                      <a:ext cx="281994" cy="523220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08" name="组合 107"/>
                  <p:cNvGrpSpPr/>
                  <p:nvPr/>
                </p:nvGrpSpPr>
                <p:grpSpPr>
                  <a:xfrm>
                    <a:off x="7839681" y="5062883"/>
                    <a:ext cx="2231171" cy="523220"/>
                    <a:chOff x="1359307" y="4902757"/>
                    <a:chExt cx="2231171" cy="523220"/>
                  </a:xfrm>
                </p:grpSpPr>
                <p:grpSp>
                  <p:nvGrpSpPr>
                    <p:cNvPr id="109" name="组合 108"/>
                    <p:cNvGrpSpPr/>
                    <p:nvPr/>
                  </p:nvGrpSpPr>
                  <p:grpSpPr>
                    <a:xfrm>
                      <a:off x="1359307" y="4902757"/>
                      <a:ext cx="2231171" cy="523220"/>
                      <a:chOff x="2205423" y="4535430"/>
                      <a:chExt cx="2231171" cy="523220"/>
                    </a:xfrm>
                  </p:grpSpPr>
                  <p:cxnSp>
                    <p:nvCxnSpPr>
                      <p:cNvPr id="116" name="直接连接符 115"/>
                      <p:cNvCxnSpPr/>
                      <p:nvPr/>
                    </p:nvCxnSpPr>
                    <p:spPr>
                      <a:xfrm>
                        <a:off x="2205423" y="5058650"/>
                        <a:ext cx="1527581" cy="0"/>
                      </a:xfrm>
                      <a:prstGeom prst="line">
                        <a:avLst/>
                      </a:prstGeom>
                      <a:ln w="28575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93" name="直接连接符 192"/>
                      <p:cNvCxnSpPr/>
                      <p:nvPr/>
                    </p:nvCxnSpPr>
                    <p:spPr>
                      <a:xfrm>
                        <a:off x="3733004" y="4535430"/>
                        <a:ext cx="281994" cy="523220"/>
                      </a:xfrm>
                      <a:prstGeom prst="line">
                        <a:avLst/>
                      </a:prstGeom>
                      <a:ln w="28575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97" name="直接连接符 196"/>
                      <p:cNvCxnSpPr/>
                      <p:nvPr/>
                    </p:nvCxnSpPr>
                    <p:spPr>
                      <a:xfrm>
                        <a:off x="4014998" y="5058650"/>
                        <a:ext cx="421596" cy="0"/>
                      </a:xfrm>
                      <a:prstGeom prst="line">
                        <a:avLst/>
                      </a:prstGeom>
                      <a:ln w="28575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110" name="组合 109"/>
                    <p:cNvGrpSpPr/>
                    <p:nvPr/>
                  </p:nvGrpSpPr>
                  <p:grpSpPr>
                    <a:xfrm flipV="1">
                      <a:off x="1359307" y="4902757"/>
                      <a:ext cx="2231171" cy="523220"/>
                      <a:chOff x="2205423" y="4535430"/>
                      <a:chExt cx="2231171" cy="523220"/>
                    </a:xfrm>
                  </p:grpSpPr>
                  <p:cxnSp>
                    <p:nvCxnSpPr>
                      <p:cNvPr id="113" name="直接连接符 112"/>
                      <p:cNvCxnSpPr/>
                      <p:nvPr/>
                    </p:nvCxnSpPr>
                    <p:spPr>
                      <a:xfrm flipV="1">
                        <a:off x="2205423" y="5058650"/>
                        <a:ext cx="1527581" cy="0"/>
                      </a:xfrm>
                      <a:prstGeom prst="line">
                        <a:avLst/>
                      </a:prstGeom>
                      <a:ln w="28575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94" name="直接连接符 193"/>
                      <p:cNvCxnSpPr/>
                      <p:nvPr/>
                    </p:nvCxnSpPr>
                    <p:spPr>
                      <a:xfrm>
                        <a:off x="3733004" y="4535430"/>
                        <a:ext cx="281994" cy="523220"/>
                      </a:xfrm>
                      <a:prstGeom prst="line">
                        <a:avLst/>
                      </a:prstGeom>
                      <a:ln w="28575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98" name="直接连接符 197"/>
                      <p:cNvCxnSpPr/>
                      <p:nvPr/>
                    </p:nvCxnSpPr>
                    <p:spPr>
                      <a:xfrm flipV="1">
                        <a:off x="4014998" y="5058650"/>
                        <a:ext cx="421596" cy="0"/>
                      </a:xfrm>
                      <a:prstGeom prst="line">
                        <a:avLst/>
                      </a:prstGeom>
                      <a:ln w="28575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</p:grpSp>
            <p:sp>
              <p:nvSpPr>
                <p:cNvPr id="242" name="文本框 241"/>
                <p:cNvSpPr txBox="1"/>
                <p:nvPr/>
              </p:nvSpPr>
              <p:spPr>
                <a:xfrm>
                  <a:off x="2756751" y="4755160"/>
                  <a:ext cx="850006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400"/>
                    <a:t>B7</a:t>
                  </a:r>
                  <a:endParaRPr lang="en-US" altLang="zh-CN" sz="2400"/>
                </a:p>
              </p:txBody>
            </p:sp>
            <p:sp>
              <p:nvSpPr>
                <p:cNvPr id="243" name="文本框 242"/>
                <p:cNvSpPr txBox="1"/>
                <p:nvPr/>
              </p:nvSpPr>
              <p:spPr>
                <a:xfrm>
                  <a:off x="4571950" y="4755160"/>
                  <a:ext cx="850006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400"/>
                    <a:t>B6</a:t>
                  </a:r>
                  <a:endParaRPr lang="en-US" altLang="zh-CN" sz="2400"/>
                </a:p>
              </p:txBody>
            </p:sp>
            <p:sp>
              <p:nvSpPr>
                <p:cNvPr id="244" name="文本框 243"/>
                <p:cNvSpPr txBox="1"/>
                <p:nvPr/>
              </p:nvSpPr>
              <p:spPr>
                <a:xfrm>
                  <a:off x="8123437" y="4755160"/>
                  <a:ext cx="850006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400"/>
                    <a:t>B0</a:t>
                  </a:r>
                  <a:endParaRPr lang="en-US" altLang="zh-CN" sz="2400"/>
                </a:p>
              </p:txBody>
            </p:sp>
          </p:grpSp>
          <p:sp>
            <p:nvSpPr>
              <p:cNvPr id="157" name="文本框 156"/>
              <p:cNvSpPr txBox="1"/>
              <p:nvPr/>
            </p:nvSpPr>
            <p:spPr>
              <a:xfrm>
                <a:off x="6635939" y="4695163"/>
                <a:ext cx="118056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800"/>
                  <a:t>……</a:t>
                </a:r>
                <a:endParaRPr lang="en-US" altLang="zh-CN" sz="2800"/>
              </a:p>
            </p:txBody>
          </p:sp>
        </p:grpSp>
        <p:sp>
          <p:nvSpPr>
            <p:cNvPr id="164" name="文本框 163"/>
            <p:cNvSpPr txBox="1"/>
            <p:nvPr/>
          </p:nvSpPr>
          <p:spPr>
            <a:xfrm>
              <a:off x="515304" y="4725941"/>
              <a:ext cx="118056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/>
                <a:t>MOSI</a:t>
              </a:r>
              <a:endParaRPr lang="en-US" altLang="zh-CN" sz="2400"/>
            </a:p>
          </p:txBody>
        </p:sp>
      </p:grpSp>
      <p:cxnSp>
        <p:nvCxnSpPr>
          <p:cNvPr id="168" name="直接连接符 167"/>
          <p:cNvCxnSpPr/>
          <p:nvPr/>
        </p:nvCxnSpPr>
        <p:spPr>
          <a:xfrm>
            <a:off x="2251380" y="5846385"/>
            <a:ext cx="144860" cy="26877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直接连接符 168"/>
          <p:cNvCxnSpPr/>
          <p:nvPr/>
        </p:nvCxnSpPr>
        <p:spPr>
          <a:xfrm>
            <a:off x="1718270" y="5846385"/>
            <a:ext cx="53194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接连接符 169"/>
          <p:cNvCxnSpPr/>
          <p:nvPr/>
        </p:nvCxnSpPr>
        <p:spPr>
          <a:xfrm flipV="1">
            <a:off x="2259106" y="5591943"/>
            <a:ext cx="137134" cy="25444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3" name="组合 182"/>
          <p:cNvGrpSpPr/>
          <p:nvPr/>
        </p:nvGrpSpPr>
        <p:grpSpPr>
          <a:xfrm>
            <a:off x="515304" y="5564568"/>
            <a:ext cx="10447240" cy="550595"/>
            <a:chOff x="515304" y="5564568"/>
            <a:chExt cx="10447240" cy="550595"/>
          </a:xfrm>
        </p:grpSpPr>
        <p:grpSp>
          <p:nvGrpSpPr>
            <p:cNvPr id="167" name="组合 166"/>
            <p:cNvGrpSpPr/>
            <p:nvPr/>
          </p:nvGrpSpPr>
          <p:grpSpPr>
            <a:xfrm>
              <a:off x="515304" y="5564568"/>
              <a:ext cx="9778157" cy="548627"/>
              <a:chOff x="515304" y="5564568"/>
              <a:chExt cx="9778157" cy="548627"/>
            </a:xfrm>
          </p:grpSpPr>
          <p:grpSp>
            <p:nvGrpSpPr>
              <p:cNvPr id="159" name="组合 158"/>
              <p:cNvGrpSpPr/>
              <p:nvPr/>
            </p:nvGrpSpPr>
            <p:grpSpPr>
              <a:xfrm>
                <a:off x="2396240" y="5564568"/>
                <a:ext cx="7897221" cy="548627"/>
                <a:chOff x="2396240" y="5564568"/>
                <a:chExt cx="7897221" cy="548627"/>
              </a:xfrm>
            </p:grpSpPr>
            <p:grpSp>
              <p:nvGrpSpPr>
                <p:cNvPr id="111" name="组合 110"/>
                <p:cNvGrpSpPr/>
                <p:nvPr/>
              </p:nvGrpSpPr>
              <p:grpSpPr>
                <a:xfrm>
                  <a:off x="2396240" y="5589974"/>
                  <a:ext cx="7897221" cy="523221"/>
                  <a:chOff x="1506455" y="4725940"/>
                  <a:chExt cx="7897221" cy="523221"/>
                </a:xfrm>
              </p:grpSpPr>
              <p:grpSp>
                <p:nvGrpSpPr>
                  <p:cNvPr id="112" name="组合 111"/>
                  <p:cNvGrpSpPr/>
                  <p:nvPr/>
                </p:nvGrpSpPr>
                <p:grpSpPr>
                  <a:xfrm>
                    <a:off x="1506455" y="4725940"/>
                    <a:ext cx="7897221" cy="523221"/>
                    <a:chOff x="1506455" y="5062882"/>
                    <a:chExt cx="7897221" cy="523221"/>
                  </a:xfrm>
                </p:grpSpPr>
                <p:grpSp>
                  <p:nvGrpSpPr>
                    <p:cNvPr id="119" name="组合 118"/>
                    <p:cNvGrpSpPr/>
                    <p:nvPr/>
                  </p:nvGrpSpPr>
                  <p:grpSpPr>
                    <a:xfrm>
                      <a:off x="1506455" y="5062882"/>
                      <a:ext cx="6051232" cy="523221"/>
                      <a:chOff x="1162869" y="4902756"/>
                      <a:chExt cx="6051232" cy="523221"/>
                    </a:xfrm>
                  </p:grpSpPr>
                  <p:grpSp>
                    <p:nvGrpSpPr>
                      <p:cNvPr id="141" name="组合 140"/>
                      <p:cNvGrpSpPr/>
                      <p:nvPr/>
                    </p:nvGrpSpPr>
                    <p:grpSpPr>
                      <a:xfrm>
                        <a:off x="1162869" y="4902756"/>
                        <a:ext cx="6051232" cy="523221"/>
                        <a:chOff x="2008985" y="4535429"/>
                        <a:chExt cx="6051232" cy="523221"/>
                      </a:xfrm>
                    </p:grpSpPr>
                    <p:cxnSp>
                      <p:nvCxnSpPr>
                        <p:cNvPr id="150" name="直接连接符 149"/>
                        <p:cNvCxnSpPr/>
                        <p:nvPr/>
                      </p:nvCxnSpPr>
                      <p:spPr>
                        <a:xfrm>
                          <a:off x="2008985" y="4535430"/>
                          <a:ext cx="604621" cy="0"/>
                        </a:xfrm>
                        <a:prstGeom prst="line">
                          <a:avLst/>
                        </a:prstGeom>
                        <a:ln w="28575">
                          <a:solidFill>
                            <a:schemeClr val="tx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51" name="直接连接符 150"/>
                        <p:cNvCxnSpPr/>
                        <p:nvPr/>
                      </p:nvCxnSpPr>
                      <p:spPr>
                        <a:xfrm>
                          <a:off x="2616776" y="4535429"/>
                          <a:ext cx="281994" cy="523220"/>
                        </a:xfrm>
                        <a:prstGeom prst="line">
                          <a:avLst/>
                        </a:prstGeom>
                        <a:ln w="28575">
                          <a:solidFill>
                            <a:schemeClr val="tx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54" name="直接连接符 153"/>
                        <p:cNvCxnSpPr/>
                        <p:nvPr/>
                      </p:nvCxnSpPr>
                      <p:spPr>
                        <a:xfrm>
                          <a:off x="2905431" y="5058650"/>
                          <a:ext cx="1527856" cy="0"/>
                        </a:xfrm>
                        <a:prstGeom prst="line">
                          <a:avLst/>
                        </a:prstGeom>
                        <a:ln w="28575">
                          <a:solidFill>
                            <a:schemeClr val="tx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55" name="直接连接符 154"/>
                        <p:cNvCxnSpPr/>
                        <p:nvPr/>
                      </p:nvCxnSpPr>
                      <p:spPr>
                        <a:xfrm>
                          <a:off x="4708345" y="5058650"/>
                          <a:ext cx="1636755" cy="0"/>
                        </a:xfrm>
                        <a:prstGeom prst="line">
                          <a:avLst/>
                        </a:prstGeom>
                        <a:ln w="28575">
                          <a:solidFill>
                            <a:schemeClr val="tx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56" name="直接连接符 155"/>
                        <p:cNvCxnSpPr/>
                        <p:nvPr/>
                      </p:nvCxnSpPr>
                      <p:spPr>
                        <a:xfrm>
                          <a:off x="7321822" y="5058650"/>
                          <a:ext cx="738395" cy="0"/>
                        </a:xfrm>
                        <a:prstGeom prst="line">
                          <a:avLst/>
                        </a:prstGeom>
                        <a:ln w="28575">
                          <a:solidFill>
                            <a:schemeClr val="tx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  <p:grpSp>
                    <p:nvGrpSpPr>
                      <p:cNvPr id="142" name="组合 141"/>
                      <p:cNvGrpSpPr/>
                      <p:nvPr/>
                    </p:nvGrpSpPr>
                    <p:grpSpPr>
                      <a:xfrm flipV="1">
                        <a:off x="1162869" y="4902756"/>
                        <a:ext cx="6041281" cy="523221"/>
                        <a:chOff x="2008985" y="4535430"/>
                        <a:chExt cx="6041281" cy="523221"/>
                      </a:xfrm>
                    </p:grpSpPr>
                    <p:cxnSp>
                      <p:nvCxnSpPr>
                        <p:cNvPr id="143" name="直接连接符 142"/>
                        <p:cNvCxnSpPr/>
                        <p:nvPr/>
                      </p:nvCxnSpPr>
                      <p:spPr>
                        <a:xfrm flipV="1">
                          <a:off x="2008985" y="4535430"/>
                          <a:ext cx="604621" cy="0"/>
                        </a:xfrm>
                        <a:prstGeom prst="line">
                          <a:avLst/>
                        </a:prstGeom>
                        <a:ln w="28575">
                          <a:solidFill>
                            <a:schemeClr val="tx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44" name="直接连接符 143"/>
                        <p:cNvCxnSpPr/>
                        <p:nvPr/>
                      </p:nvCxnSpPr>
                      <p:spPr>
                        <a:xfrm>
                          <a:off x="2616776" y="4535431"/>
                          <a:ext cx="281994" cy="523220"/>
                        </a:xfrm>
                        <a:prstGeom prst="line">
                          <a:avLst/>
                        </a:prstGeom>
                        <a:ln w="28575">
                          <a:solidFill>
                            <a:schemeClr val="tx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45" name="直接连接符 144"/>
                        <p:cNvCxnSpPr/>
                        <p:nvPr/>
                      </p:nvCxnSpPr>
                      <p:spPr>
                        <a:xfrm flipV="1">
                          <a:off x="2905431" y="5058650"/>
                          <a:ext cx="1520920" cy="0"/>
                        </a:xfrm>
                        <a:prstGeom prst="line">
                          <a:avLst/>
                        </a:prstGeom>
                        <a:ln w="28575">
                          <a:solidFill>
                            <a:schemeClr val="tx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46" name="直接连接符 145"/>
                        <p:cNvCxnSpPr/>
                        <p:nvPr/>
                      </p:nvCxnSpPr>
                      <p:spPr>
                        <a:xfrm flipV="1">
                          <a:off x="4708345" y="5058650"/>
                          <a:ext cx="1636755" cy="0"/>
                        </a:xfrm>
                        <a:prstGeom prst="line">
                          <a:avLst/>
                        </a:prstGeom>
                        <a:ln w="28575">
                          <a:solidFill>
                            <a:schemeClr val="tx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49" name="直接连接符 148"/>
                        <p:cNvCxnSpPr/>
                        <p:nvPr/>
                      </p:nvCxnSpPr>
                      <p:spPr>
                        <a:xfrm flipV="1">
                          <a:off x="7321822" y="5058650"/>
                          <a:ext cx="728444" cy="0"/>
                        </a:xfrm>
                        <a:prstGeom prst="line">
                          <a:avLst/>
                        </a:prstGeom>
                        <a:ln w="28575">
                          <a:solidFill>
                            <a:schemeClr val="tx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</p:grpSp>
                <p:grpSp>
                  <p:nvGrpSpPr>
                    <p:cNvPr id="125" name="组合 124"/>
                    <p:cNvGrpSpPr/>
                    <p:nvPr/>
                  </p:nvGrpSpPr>
                  <p:grpSpPr>
                    <a:xfrm>
                      <a:off x="3923821" y="5062883"/>
                      <a:ext cx="3915860" cy="523220"/>
                      <a:chOff x="1709446" y="4902757"/>
                      <a:chExt cx="3915860" cy="523220"/>
                    </a:xfrm>
                  </p:grpSpPr>
                  <p:cxnSp>
                    <p:nvCxnSpPr>
                      <p:cNvPr id="137" name="直接连接符 136"/>
                      <p:cNvCxnSpPr/>
                      <p:nvPr/>
                    </p:nvCxnSpPr>
                    <p:spPr>
                      <a:xfrm>
                        <a:off x="1709446" y="4902757"/>
                        <a:ext cx="281994" cy="523220"/>
                      </a:xfrm>
                      <a:prstGeom prst="line">
                        <a:avLst/>
                      </a:prstGeom>
                      <a:ln w="28575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38" name="直接连接符 137"/>
                      <p:cNvCxnSpPr/>
                      <p:nvPr/>
                    </p:nvCxnSpPr>
                    <p:spPr>
                      <a:xfrm flipV="1">
                        <a:off x="1709446" y="4902757"/>
                        <a:ext cx="281994" cy="523220"/>
                      </a:xfrm>
                      <a:prstGeom prst="line">
                        <a:avLst/>
                      </a:prstGeom>
                      <a:ln w="28575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39" name="直接连接符 138"/>
                      <p:cNvCxnSpPr/>
                      <p:nvPr/>
                    </p:nvCxnSpPr>
                    <p:spPr>
                      <a:xfrm>
                        <a:off x="5343312" y="4902757"/>
                        <a:ext cx="281994" cy="523220"/>
                      </a:xfrm>
                      <a:prstGeom prst="line">
                        <a:avLst/>
                      </a:prstGeom>
                      <a:ln w="28575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40" name="直接连接符 139"/>
                      <p:cNvCxnSpPr/>
                      <p:nvPr/>
                    </p:nvCxnSpPr>
                    <p:spPr>
                      <a:xfrm flipV="1">
                        <a:off x="5343312" y="4902757"/>
                        <a:ext cx="281994" cy="523220"/>
                      </a:xfrm>
                      <a:prstGeom prst="line">
                        <a:avLst/>
                      </a:prstGeom>
                      <a:ln w="28575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126" name="组合 125"/>
                    <p:cNvGrpSpPr/>
                    <p:nvPr/>
                  </p:nvGrpSpPr>
                  <p:grpSpPr>
                    <a:xfrm>
                      <a:off x="7839681" y="5062883"/>
                      <a:ext cx="1563995" cy="523220"/>
                      <a:chOff x="1359307" y="4902757"/>
                      <a:chExt cx="1563995" cy="523220"/>
                    </a:xfrm>
                  </p:grpSpPr>
                  <p:cxnSp>
                    <p:nvCxnSpPr>
                      <p:cNvPr id="134" name="直接连接符 133"/>
                      <p:cNvCxnSpPr/>
                      <p:nvPr/>
                    </p:nvCxnSpPr>
                    <p:spPr>
                      <a:xfrm>
                        <a:off x="1359307" y="5425977"/>
                        <a:ext cx="1563995" cy="0"/>
                      </a:xfrm>
                      <a:prstGeom prst="line">
                        <a:avLst/>
                      </a:prstGeom>
                      <a:ln w="28575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31" name="直接连接符 130"/>
                      <p:cNvCxnSpPr/>
                      <p:nvPr/>
                    </p:nvCxnSpPr>
                    <p:spPr>
                      <a:xfrm>
                        <a:off x="1359307" y="4902757"/>
                        <a:ext cx="1563995" cy="0"/>
                      </a:xfrm>
                      <a:prstGeom prst="line">
                        <a:avLst/>
                      </a:prstGeom>
                      <a:ln w="28575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  <p:sp>
                <p:nvSpPr>
                  <p:cNvPr id="114" name="文本框 113"/>
                  <p:cNvSpPr txBox="1"/>
                  <p:nvPr/>
                </p:nvSpPr>
                <p:spPr>
                  <a:xfrm>
                    <a:off x="2756751" y="4755160"/>
                    <a:ext cx="850006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2400"/>
                      <a:t>B7</a:t>
                    </a:r>
                    <a:endParaRPr lang="en-US" altLang="zh-CN" sz="2400"/>
                  </a:p>
                </p:txBody>
              </p:sp>
              <p:sp>
                <p:nvSpPr>
                  <p:cNvPr id="115" name="文本框 114"/>
                  <p:cNvSpPr txBox="1"/>
                  <p:nvPr/>
                </p:nvSpPr>
                <p:spPr>
                  <a:xfrm>
                    <a:off x="4571950" y="4755160"/>
                    <a:ext cx="850006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2400"/>
                      <a:t>B6</a:t>
                    </a:r>
                    <a:endParaRPr lang="en-US" altLang="zh-CN" sz="2400"/>
                  </a:p>
                </p:txBody>
              </p:sp>
              <p:sp>
                <p:nvSpPr>
                  <p:cNvPr id="117" name="文本框 116"/>
                  <p:cNvSpPr txBox="1"/>
                  <p:nvPr/>
                </p:nvSpPr>
                <p:spPr>
                  <a:xfrm>
                    <a:off x="8123437" y="4755160"/>
                    <a:ext cx="850006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2400"/>
                      <a:t>B0</a:t>
                    </a:r>
                    <a:endParaRPr lang="en-US" altLang="zh-CN" sz="2400"/>
                  </a:p>
                </p:txBody>
              </p:sp>
            </p:grpSp>
            <p:sp>
              <p:nvSpPr>
                <p:cNvPr id="158" name="文本框 157"/>
                <p:cNvSpPr txBox="1"/>
                <p:nvPr/>
              </p:nvSpPr>
              <p:spPr>
                <a:xfrm>
                  <a:off x="6635939" y="5564568"/>
                  <a:ext cx="1180563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800"/>
                    <a:t>……</a:t>
                  </a:r>
                  <a:endParaRPr lang="en-US" altLang="zh-CN" sz="2800"/>
                </a:p>
              </p:txBody>
            </p:sp>
          </p:grpSp>
          <p:sp>
            <p:nvSpPr>
              <p:cNvPr id="166" name="文本框 165"/>
              <p:cNvSpPr txBox="1"/>
              <p:nvPr/>
            </p:nvSpPr>
            <p:spPr>
              <a:xfrm>
                <a:off x="515304" y="5591944"/>
                <a:ext cx="118056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/>
                  <a:t>MISO</a:t>
                </a:r>
                <a:endParaRPr lang="en-US" altLang="zh-CN" sz="2400"/>
              </a:p>
            </p:txBody>
          </p:sp>
        </p:grpSp>
        <p:cxnSp>
          <p:nvCxnSpPr>
            <p:cNvPr id="173" name="直接连接符 172"/>
            <p:cNvCxnSpPr/>
            <p:nvPr/>
          </p:nvCxnSpPr>
          <p:spPr>
            <a:xfrm flipH="1">
              <a:off x="10285735" y="5846385"/>
              <a:ext cx="144860" cy="26877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直接连接符 173"/>
            <p:cNvCxnSpPr/>
            <p:nvPr/>
          </p:nvCxnSpPr>
          <p:spPr>
            <a:xfrm flipH="1">
              <a:off x="10430595" y="5846385"/>
              <a:ext cx="531949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直接连接符 174"/>
            <p:cNvCxnSpPr/>
            <p:nvPr/>
          </p:nvCxnSpPr>
          <p:spPr>
            <a:xfrm flipH="1" flipV="1">
              <a:off x="10293461" y="5591943"/>
              <a:ext cx="137134" cy="254442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171065"/>
            <a:ext cx="4456090" cy="57591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>
                <a:latin typeface="等线" panose="02010600030101010101" pitchFamily="2" charset="-122"/>
                <a:ea typeface="等线" panose="02010600030101010101" pitchFamily="2" charset="-122"/>
              </a:rPr>
              <a:t>SPI</a:t>
            </a:r>
            <a:r>
              <a:rPr lang="zh-CN" altLang="en-US" sz="3200">
                <a:latin typeface="等线" panose="02010600030101010101" pitchFamily="2" charset="-122"/>
                <a:ea typeface="等线" panose="02010600030101010101" pitchFamily="2" charset="-122"/>
              </a:rPr>
              <a:t>时序基本单元</a:t>
            </a:r>
            <a:endParaRPr lang="zh-CN" altLang="en-US" sz="320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70963" y="1236373"/>
            <a:ext cx="1105007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/>
              <a:t>交换一个字节（模式</a:t>
            </a:r>
            <a:r>
              <a:rPr lang="en-US" altLang="zh-CN" sz="2800"/>
              <a:t>2</a:t>
            </a:r>
            <a:r>
              <a:rPr lang="zh-CN" altLang="en-US" sz="2800"/>
              <a:t>）</a:t>
            </a:r>
            <a:endParaRPr lang="en-US" altLang="zh-CN" sz="280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/>
              <a:t>CPOL=1</a:t>
            </a:r>
            <a:r>
              <a:rPr lang="zh-CN" altLang="en-US" sz="2800"/>
              <a:t>：空闲状态时，</a:t>
            </a:r>
            <a:r>
              <a:rPr lang="en-US" altLang="zh-CN" sz="2800"/>
              <a:t>SCK</a:t>
            </a:r>
            <a:r>
              <a:rPr lang="zh-CN" altLang="en-US" sz="2800"/>
              <a:t>为高电平</a:t>
            </a:r>
            <a:endParaRPr lang="en-US" altLang="zh-CN" sz="280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/>
              <a:t>CPHA=0</a:t>
            </a:r>
            <a:r>
              <a:rPr lang="zh-CN" altLang="en-US" sz="2800"/>
              <a:t>：</a:t>
            </a:r>
            <a:r>
              <a:rPr lang="en-US" altLang="zh-CN" sz="2800"/>
              <a:t>SCK</a:t>
            </a:r>
            <a:r>
              <a:rPr lang="zh-CN" altLang="en-US" sz="2800"/>
              <a:t>第一个边沿移入数据，第二个边沿移出数据</a:t>
            </a:r>
            <a:endParaRPr lang="en-US" altLang="zh-CN" sz="2800"/>
          </a:p>
        </p:txBody>
      </p:sp>
      <p:grpSp>
        <p:nvGrpSpPr>
          <p:cNvPr id="122" name="组合 121"/>
          <p:cNvGrpSpPr/>
          <p:nvPr/>
        </p:nvGrpSpPr>
        <p:grpSpPr>
          <a:xfrm>
            <a:off x="515304" y="3045576"/>
            <a:ext cx="10445333" cy="523220"/>
            <a:chOff x="515304" y="3252310"/>
            <a:chExt cx="10445333" cy="523220"/>
          </a:xfrm>
        </p:grpSpPr>
        <p:sp>
          <p:nvSpPr>
            <p:cNvPr id="3" name="文本框 2"/>
            <p:cNvSpPr txBox="1"/>
            <p:nvPr/>
          </p:nvSpPr>
          <p:spPr>
            <a:xfrm>
              <a:off x="515304" y="3252310"/>
              <a:ext cx="118056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/>
                <a:t>SS</a:t>
              </a:r>
              <a:endParaRPr lang="en-US" altLang="zh-CN" sz="2400"/>
            </a:p>
          </p:txBody>
        </p:sp>
        <p:grpSp>
          <p:nvGrpSpPr>
            <p:cNvPr id="7" name="组合 6"/>
            <p:cNvGrpSpPr/>
            <p:nvPr/>
          </p:nvGrpSpPr>
          <p:grpSpPr>
            <a:xfrm>
              <a:off x="1718270" y="3252310"/>
              <a:ext cx="9242367" cy="523220"/>
              <a:chOff x="1374684" y="3818587"/>
              <a:chExt cx="9242367" cy="523220"/>
            </a:xfrm>
          </p:grpSpPr>
          <p:grpSp>
            <p:nvGrpSpPr>
              <p:cNvPr id="8" name="组合 7"/>
              <p:cNvGrpSpPr/>
              <p:nvPr/>
            </p:nvGrpSpPr>
            <p:grpSpPr>
              <a:xfrm>
                <a:off x="1374684" y="3818587"/>
                <a:ext cx="9242367" cy="523220"/>
                <a:chOff x="941767" y="4535430"/>
                <a:chExt cx="9242367" cy="523220"/>
              </a:xfrm>
            </p:grpSpPr>
            <p:cxnSp>
              <p:nvCxnSpPr>
                <p:cNvPr id="12" name="直接连接符 11"/>
                <p:cNvCxnSpPr/>
                <p:nvPr/>
              </p:nvCxnSpPr>
              <p:spPr>
                <a:xfrm>
                  <a:off x="941767" y="4535430"/>
                  <a:ext cx="392806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" name="直接连接符 12"/>
                <p:cNvCxnSpPr/>
                <p:nvPr/>
              </p:nvCxnSpPr>
              <p:spPr>
                <a:xfrm>
                  <a:off x="1337743" y="4535430"/>
                  <a:ext cx="281994" cy="52322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直接连接符 13"/>
                <p:cNvCxnSpPr/>
                <p:nvPr/>
              </p:nvCxnSpPr>
              <p:spPr>
                <a:xfrm>
                  <a:off x="6932574" y="5058650"/>
                  <a:ext cx="2576760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直接连接符 126"/>
                <p:cNvCxnSpPr/>
                <p:nvPr/>
              </p:nvCxnSpPr>
              <p:spPr>
                <a:xfrm>
                  <a:off x="9791328" y="4535430"/>
                  <a:ext cx="392806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" name="组合 8"/>
              <p:cNvGrpSpPr/>
              <p:nvPr/>
            </p:nvGrpSpPr>
            <p:grpSpPr>
              <a:xfrm flipH="1">
                <a:off x="2052654" y="3818587"/>
                <a:ext cx="8171591" cy="523220"/>
                <a:chOff x="-4042522" y="4535430"/>
                <a:chExt cx="8171591" cy="523220"/>
              </a:xfrm>
            </p:grpSpPr>
            <p:cxnSp>
              <p:nvCxnSpPr>
                <p:cNvPr id="10" name="直接连接符 9"/>
                <p:cNvCxnSpPr/>
                <p:nvPr/>
              </p:nvCxnSpPr>
              <p:spPr>
                <a:xfrm>
                  <a:off x="-4042522" y="4535430"/>
                  <a:ext cx="281994" cy="52322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" name="直接连接符 10"/>
                <p:cNvCxnSpPr/>
                <p:nvPr/>
              </p:nvCxnSpPr>
              <p:spPr>
                <a:xfrm>
                  <a:off x="-198000" y="5058650"/>
                  <a:ext cx="4327069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62" name="文本框 61"/>
            <p:cNvSpPr txBox="1"/>
            <p:nvPr/>
          </p:nvSpPr>
          <p:spPr>
            <a:xfrm>
              <a:off x="6602500" y="3252310"/>
              <a:ext cx="118056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/>
                <a:t>……</a:t>
              </a:r>
              <a:endParaRPr lang="en-US" altLang="zh-CN" sz="2800"/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515304" y="3885758"/>
            <a:ext cx="10445333" cy="523221"/>
            <a:chOff x="515304" y="3885758"/>
            <a:chExt cx="10445333" cy="523221"/>
          </a:xfrm>
        </p:grpSpPr>
        <p:sp>
          <p:nvSpPr>
            <p:cNvPr id="64" name="文本框 63"/>
            <p:cNvSpPr txBox="1"/>
            <p:nvPr/>
          </p:nvSpPr>
          <p:spPr>
            <a:xfrm>
              <a:off x="515304" y="3885759"/>
              <a:ext cx="118056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/>
                <a:t>SCK</a:t>
              </a:r>
              <a:endParaRPr lang="en-US" altLang="zh-CN" sz="2400"/>
            </a:p>
          </p:txBody>
        </p:sp>
        <p:grpSp>
          <p:nvGrpSpPr>
            <p:cNvPr id="66" name="组合 65"/>
            <p:cNvGrpSpPr/>
            <p:nvPr/>
          </p:nvGrpSpPr>
          <p:grpSpPr>
            <a:xfrm flipV="1">
              <a:off x="1718270" y="3885759"/>
              <a:ext cx="2489605" cy="523220"/>
              <a:chOff x="1374684" y="3818587"/>
              <a:chExt cx="2489605" cy="523220"/>
            </a:xfrm>
          </p:grpSpPr>
          <p:grpSp>
            <p:nvGrpSpPr>
              <p:cNvPr id="67" name="组合 66"/>
              <p:cNvGrpSpPr/>
              <p:nvPr/>
            </p:nvGrpSpPr>
            <p:grpSpPr>
              <a:xfrm>
                <a:off x="2939171" y="3818587"/>
                <a:ext cx="925118" cy="523220"/>
                <a:chOff x="2506254" y="4535430"/>
                <a:chExt cx="925118" cy="523220"/>
              </a:xfrm>
            </p:grpSpPr>
            <p:cxnSp>
              <p:nvCxnSpPr>
                <p:cNvPr id="71" name="直接连接符 70"/>
                <p:cNvCxnSpPr/>
                <p:nvPr/>
              </p:nvCxnSpPr>
              <p:spPr>
                <a:xfrm>
                  <a:off x="2506254" y="4535430"/>
                  <a:ext cx="648000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2" name="直接连接符 71"/>
                <p:cNvCxnSpPr/>
                <p:nvPr/>
              </p:nvCxnSpPr>
              <p:spPr>
                <a:xfrm>
                  <a:off x="3149378" y="4535430"/>
                  <a:ext cx="281994" cy="52322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8" name="组合 67"/>
              <p:cNvGrpSpPr/>
              <p:nvPr/>
            </p:nvGrpSpPr>
            <p:grpSpPr>
              <a:xfrm flipH="1">
                <a:off x="1374684" y="3818587"/>
                <a:ext cx="1564487" cy="523220"/>
                <a:chOff x="3242552" y="4535430"/>
                <a:chExt cx="1564487" cy="523220"/>
              </a:xfrm>
            </p:grpSpPr>
            <p:cxnSp>
              <p:nvCxnSpPr>
                <p:cNvPr id="69" name="直接连接符 68"/>
                <p:cNvCxnSpPr/>
                <p:nvPr/>
              </p:nvCxnSpPr>
              <p:spPr>
                <a:xfrm>
                  <a:off x="3242552" y="4535430"/>
                  <a:ext cx="281994" cy="52322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0" name="直接连接符 69"/>
                <p:cNvCxnSpPr/>
                <p:nvPr/>
              </p:nvCxnSpPr>
              <p:spPr>
                <a:xfrm>
                  <a:off x="3524546" y="5058650"/>
                  <a:ext cx="1282493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92" name="组合 91"/>
            <p:cNvGrpSpPr/>
            <p:nvPr/>
          </p:nvGrpSpPr>
          <p:grpSpPr>
            <a:xfrm flipV="1">
              <a:off x="4207875" y="3885759"/>
              <a:ext cx="2515434" cy="523220"/>
              <a:chOff x="2006914" y="3818587"/>
              <a:chExt cx="2515434" cy="523220"/>
            </a:xfrm>
          </p:grpSpPr>
          <p:grpSp>
            <p:nvGrpSpPr>
              <p:cNvPr id="93" name="组合 92"/>
              <p:cNvGrpSpPr/>
              <p:nvPr/>
            </p:nvGrpSpPr>
            <p:grpSpPr>
              <a:xfrm>
                <a:off x="2939130" y="3818587"/>
                <a:ext cx="1583218" cy="523220"/>
                <a:chOff x="2506213" y="4535430"/>
                <a:chExt cx="1583218" cy="523220"/>
              </a:xfrm>
            </p:grpSpPr>
            <p:cxnSp>
              <p:nvCxnSpPr>
                <p:cNvPr id="97" name="直接连接符 96"/>
                <p:cNvCxnSpPr/>
                <p:nvPr/>
              </p:nvCxnSpPr>
              <p:spPr>
                <a:xfrm>
                  <a:off x="2506213" y="4535430"/>
                  <a:ext cx="648000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8" name="直接连接符 97"/>
                <p:cNvCxnSpPr/>
                <p:nvPr/>
              </p:nvCxnSpPr>
              <p:spPr>
                <a:xfrm>
                  <a:off x="3159437" y="4535430"/>
                  <a:ext cx="281994" cy="52322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9" name="直接连接符 98"/>
                <p:cNvCxnSpPr/>
                <p:nvPr/>
              </p:nvCxnSpPr>
              <p:spPr>
                <a:xfrm>
                  <a:off x="3441431" y="5058650"/>
                  <a:ext cx="648000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4" name="组合 93"/>
              <p:cNvGrpSpPr/>
              <p:nvPr/>
            </p:nvGrpSpPr>
            <p:grpSpPr>
              <a:xfrm flipH="1">
                <a:off x="2006914" y="3818587"/>
                <a:ext cx="932216" cy="523220"/>
                <a:chOff x="3242593" y="4535430"/>
                <a:chExt cx="932216" cy="523220"/>
              </a:xfrm>
            </p:grpSpPr>
            <p:cxnSp>
              <p:nvCxnSpPr>
                <p:cNvPr id="95" name="直接连接符 94"/>
                <p:cNvCxnSpPr/>
                <p:nvPr/>
              </p:nvCxnSpPr>
              <p:spPr>
                <a:xfrm>
                  <a:off x="3242593" y="4535430"/>
                  <a:ext cx="281994" cy="52322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6" name="直接连接符 95"/>
                <p:cNvCxnSpPr/>
                <p:nvPr/>
              </p:nvCxnSpPr>
              <p:spPr>
                <a:xfrm>
                  <a:off x="3526809" y="5058650"/>
                  <a:ext cx="648000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00" name="组合 99"/>
            <p:cNvGrpSpPr/>
            <p:nvPr/>
          </p:nvGrpSpPr>
          <p:grpSpPr>
            <a:xfrm flipV="1">
              <a:off x="7711918" y="3885758"/>
              <a:ext cx="3248719" cy="523221"/>
              <a:chOff x="1231544" y="3818586"/>
              <a:chExt cx="3248719" cy="523221"/>
            </a:xfrm>
          </p:grpSpPr>
          <p:grpSp>
            <p:nvGrpSpPr>
              <p:cNvPr id="101" name="组合 100"/>
              <p:cNvGrpSpPr/>
              <p:nvPr/>
            </p:nvGrpSpPr>
            <p:grpSpPr>
              <a:xfrm>
                <a:off x="2241729" y="3818586"/>
                <a:ext cx="2238534" cy="523221"/>
                <a:chOff x="1808812" y="4535429"/>
                <a:chExt cx="2238534" cy="523221"/>
              </a:xfrm>
            </p:grpSpPr>
            <p:cxnSp>
              <p:nvCxnSpPr>
                <p:cNvPr id="105" name="直接连接符 104"/>
                <p:cNvCxnSpPr/>
                <p:nvPr/>
              </p:nvCxnSpPr>
              <p:spPr>
                <a:xfrm>
                  <a:off x="1808812" y="4535429"/>
                  <a:ext cx="648000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6" name="直接连接符 105"/>
                <p:cNvCxnSpPr/>
                <p:nvPr/>
              </p:nvCxnSpPr>
              <p:spPr>
                <a:xfrm>
                  <a:off x="2456812" y="4535430"/>
                  <a:ext cx="281994" cy="52322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7" name="直接连接符 106"/>
                <p:cNvCxnSpPr/>
                <p:nvPr/>
              </p:nvCxnSpPr>
              <p:spPr>
                <a:xfrm>
                  <a:off x="2738806" y="5058650"/>
                  <a:ext cx="1308540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02" name="组合 101"/>
              <p:cNvGrpSpPr/>
              <p:nvPr/>
            </p:nvGrpSpPr>
            <p:grpSpPr>
              <a:xfrm flipH="1">
                <a:off x="1231544" y="3818587"/>
                <a:ext cx="1010185" cy="523220"/>
                <a:chOff x="3939994" y="4535430"/>
                <a:chExt cx="1010185" cy="523220"/>
              </a:xfrm>
            </p:grpSpPr>
            <p:cxnSp>
              <p:nvCxnSpPr>
                <p:cNvPr id="103" name="直接连接符 102"/>
                <p:cNvCxnSpPr/>
                <p:nvPr/>
              </p:nvCxnSpPr>
              <p:spPr>
                <a:xfrm>
                  <a:off x="3939994" y="4535430"/>
                  <a:ext cx="281994" cy="52322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4" name="直接连接符 103"/>
                <p:cNvCxnSpPr/>
                <p:nvPr/>
              </p:nvCxnSpPr>
              <p:spPr>
                <a:xfrm>
                  <a:off x="4221988" y="5058650"/>
                  <a:ext cx="728191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20" name="文本框 119"/>
            <p:cNvSpPr txBox="1"/>
            <p:nvPr/>
          </p:nvSpPr>
          <p:spPr>
            <a:xfrm flipV="1">
              <a:off x="6602500" y="3885759"/>
              <a:ext cx="118056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/>
                <a:t>……</a:t>
              </a:r>
              <a:endParaRPr lang="en-US" altLang="zh-CN" sz="2800"/>
            </a:p>
          </p:txBody>
        </p:sp>
      </p:grpSp>
      <p:grpSp>
        <p:nvGrpSpPr>
          <p:cNvPr id="248" name="组合 247"/>
          <p:cNvGrpSpPr/>
          <p:nvPr/>
        </p:nvGrpSpPr>
        <p:grpSpPr>
          <a:xfrm>
            <a:off x="515304" y="4695163"/>
            <a:ext cx="10445333" cy="553998"/>
            <a:chOff x="515304" y="4695163"/>
            <a:chExt cx="10445333" cy="553998"/>
          </a:xfrm>
        </p:grpSpPr>
        <p:grpSp>
          <p:nvGrpSpPr>
            <p:cNvPr id="124" name="组合 123"/>
            <p:cNvGrpSpPr/>
            <p:nvPr/>
          </p:nvGrpSpPr>
          <p:grpSpPr>
            <a:xfrm>
              <a:off x="515304" y="4695163"/>
              <a:ext cx="10445333" cy="553998"/>
              <a:chOff x="515304" y="5032105"/>
              <a:chExt cx="10445333" cy="553998"/>
            </a:xfrm>
          </p:grpSpPr>
          <p:sp>
            <p:nvSpPr>
              <p:cNvPr id="65" name="文本框 64"/>
              <p:cNvSpPr txBox="1"/>
              <p:nvPr/>
            </p:nvSpPr>
            <p:spPr>
              <a:xfrm>
                <a:off x="515304" y="5062883"/>
                <a:ext cx="118056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/>
                  <a:t>MOSI</a:t>
                </a:r>
                <a:endParaRPr lang="en-US" altLang="zh-CN" sz="2400"/>
              </a:p>
            </p:txBody>
          </p:sp>
          <p:grpSp>
            <p:nvGrpSpPr>
              <p:cNvPr id="74" name="组合 73"/>
              <p:cNvGrpSpPr/>
              <p:nvPr/>
            </p:nvGrpSpPr>
            <p:grpSpPr>
              <a:xfrm>
                <a:off x="1718270" y="5062882"/>
                <a:ext cx="5014085" cy="523221"/>
                <a:chOff x="1374684" y="4902756"/>
                <a:chExt cx="5014085" cy="523221"/>
              </a:xfrm>
            </p:grpSpPr>
            <p:grpSp>
              <p:nvGrpSpPr>
                <p:cNvPr id="75" name="组合 74"/>
                <p:cNvGrpSpPr/>
                <p:nvPr/>
              </p:nvGrpSpPr>
              <p:grpSpPr>
                <a:xfrm>
                  <a:off x="1374684" y="4902756"/>
                  <a:ext cx="5014085" cy="523221"/>
                  <a:chOff x="2220800" y="4535429"/>
                  <a:chExt cx="5014085" cy="523221"/>
                </a:xfrm>
              </p:grpSpPr>
              <p:cxnSp>
                <p:nvCxnSpPr>
                  <p:cNvPr id="80" name="直接连接符 79"/>
                  <p:cNvCxnSpPr/>
                  <p:nvPr/>
                </p:nvCxnSpPr>
                <p:spPr>
                  <a:xfrm>
                    <a:off x="2220800" y="4535430"/>
                    <a:ext cx="392806" cy="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1" name="直接连接符 80"/>
                  <p:cNvCxnSpPr/>
                  <p:nvPr/>
                </p:nvCxnSpPr>
                <p:spPr>
                  <a:xfrm>
                    <a:off x="2616776" y="4535429"/>
                    <a:ext cx="281994" cy="52322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2" name="直接连接符 81"/>
                  <p:cNvCxnSpPr/>
                  <p:nvPr/>
                </p:nvCxnSpPr>
                <p:spPr>
                  <a:xfrm>
                    <a:off x="2905431" y="5058650"/>
                    <a:ext cx="1527856" cy="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7" name="直接连接符 146"/>
                  <p:cNvCxnSpPr/>
                  <p:nvPr/>
                </p:nvCxnSpPr>
                <p:spPr>
                  <a:xfrm>
                    <a:off x="4708345" y="5058650"/>
                    <a:ext cx="1582276" cy="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4" name="直接连接符 183"/>
                  <p:cNvCxnSpPr/>
                  <p:nvPr/>
                </p:nvCxnSpPr>
                <p:spPr>
                  <a:xfrm>
                    <a:off x="6577839" y="5058650"/>
                    <a:ext cx="657046" cy="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76" name="组合 75"/>
                <p:cNvGrpSpPr/>
                <p:nvPr/>
              </p:nvGrpSpPr>
              <p:grpSpPr>
                <a:xfrm flipV="1">
                  <a:off x="1374684" y="4902756"/>
                  <a:ext cx="5014085" cy="523221"/>
                  <a:chOff x="2220800" y="4535430"/>
                  <a:chExt cx="5014085" cy="523221"/>
                </a:xfrm>
              </p:grpSpPr>
              <p:cxnSp>
                <p:nvCxnSpPr>
                  <p:cNvPr id="77" name="直接连接符 76"/>
                  <p:cNvCxnSpPr/>
                  <p:nvPr/>
                </p:nvCxnSpPr>
                <p:spPr>
                  <a:xfrm flipV="1">
                    <a:off x="2220800" y="4535430"/>
                    <a:ext cx="392806" cy="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8" name="直接连接符 77"/>
                  <p:cNvCxnSpPr/>
                  <p:nvPr/>
                </p:nvCxnSpPr>
                <p:spPr>
                  <a:xfrm>
                    <a:off x="2616776" y="4535431"/>
                    <a:ext cx="281994" cy="52322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9" name="直接连接符 78"/>
                  <p:cNvCxnSpPr/>
                  <p:nvPr/>
                </p:nvCxnSpPr>
                <p:spPr>
                  <a:xfrm flipV="1">
                    <a:off x="2905431" y="5058650"/>
                    <a:ext cx="1520920" cy="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8" name="直接连接符 147"/>
                  <p:cNvCxnSpPr/>
                  <p:nvPr/>
                </p:nvCxnSpPr>
                <p:spPr>
                  <a:xfrm flipV="1">
                    <a:off x="4708345" y="5058650"/>
                    <a:ext cx="1582276" cy="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5" name="直接连接符 184"/>
                  <p:cNvCxnSpPr/>
                  <p:nvPr/>
                </p:nvCxnSpPr>
                <p:spPr>
                  <a:xfrm flipV="1">
                    <a:off x="6577839" y="5058650"/>
                    <a:ext cx="657046" cy="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83" name="组合 82"/>
              <p:cNvGrpSpPr/>
              <p:nvPr/>
            </p:nvGrpSpPr>
            <p:grpSpPr>
              <a:xfrm>
                <a:off x="3923821" y="5062883"/>
                <a:ext cx="2151488" cy="523220"/>
                <a:chOff x="1709446" y="4902757"/>
                <a:chExt cx="2151488" cy="523220"/>
              </a:xfrm>
            </p:grpSpPr>
            <p:cxnSp>
              <p:nvCxnSpPr>
                <p:cNvPr id="90" name="直接连接符 89"/>
                <p:cNvCxnSpPr/>
                <p:nvPr/>
              </p:nvCxnSpPr>
              <p:spPr>
                <a:xfrm>
                  <a:off x="1709446" y="4902757"/>
                  <a:ext cx="281994" cy="52322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7" name="直接连接符 86"/>
                <p:cNvCxnSpPr/>
                <p:nvPr/>
              </p:nvCxnSpPr>
              <p:spPr>
                <a:xfrm flipV="1">
                  <a:off x="1709446" y="4902757"/>
                  <a:ext cx="281994" cy="52322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2" name="直接连接符 151"/>
                <p:cNvCxnSpPr/>
                <p:nvPr/>
              </p:nvCxnSpPr>
              <p:spPr>
                <a:xfrm>
                  <a:off x="3578940" y="4902757"/>
                  <a:ext cx="281994" cy="52322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3" name="直接连接符 152"/>
                <p:cNvCxnSpPr/>
                <p:nvPr/>
              </p:nvCxnSpPr>
              <p:spPr>
                <a:xfrm flipV="1">
                  <a:off x="3578940" y="4902757"/>
                  <a:ext cx="281994" cy="52322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08" name="组合 107"/>
              <p:cNvGrpSpPr/>
              <p:nvPr/>
            </p:nvGrpSpPr>
            <p:grpSpPr>
              <a:xfrm>
                <a:off x="7709077" y="5062883"/>
                <a:ext cx="3251560" cy="523220"/>
                <a:chOff x="1228703" y="4902757"/>
                <a:chExt cx="3251560" cy="523220"/>
              </a:xfrm>
            </p:grpSpPr>
            <p:grpSp>
              <p:nvGrpSpPr>
                <p:cNvPr id="109" name="组合 108"/>
                <p:cNvGrpSpPr/>
                <p:nvPr/>
              </p:nvGrpSpPr>
              <p:grpSpPr>
                <a:xfrm>
                  <a:off x="1228703" y="4902757"/>
                  <a:ext cx="3251560" cy="523220"/>
                  <a:chOff x="2074819" y="4535430"/>
                  <a:chExt cx="3251560" cy="523220"/>
                </a:xfrm>
              </p:grpSpPr>
              <p:cxnSp>
                <p:nvCxnSpPr>
                  <p:cNvPr id="116" name="直接连接符 115"/>
                  <p:cNvCxnSpPr/>
                  <p:nvPr/>
                </p:nvCxnSpPr>
                <p:spPr>
                  <a:xfrm>
                    <a:off x="2074819" y="5058650"/>
                    <a:ext cx="1658185" cy="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3" name="直接连接符 192"/>
                  <p:cNvCxnSpPr/>
                  <p:nvPr/>
                </p:nvCxnSpPr>
                <p:spPr>
                  <a:xfrm>
                    <a:off x="3733004" y="4535430"/>
                    <a:ext cx="281994" cy="52322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7" name="直接连接符 196"/>
                  <p:cNvCxnSpPr/>
                  <p:nvPr/>
                </p:nvCxnSpPr>
                <p:spPr>
                  <a:xfrm>
                    <a:off x="4014998" y="5058650"/>
                    <a:ext cx="1311381" cy="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10" name="组合 109"/>
                <p:cNvGrpSpPr/>
                <p:nvPr/>
              </p:nvGrpSpPr>
              <p:grpSpPr>
                <a:xfrm flipV="1">
                  <a:off x="1228703" y="4902757"/>
                  <a:ext cx="3251560" cy="523220"/>
                  <a:chOff x="2074819" y="4535430"/>
                  <a:chExt cx="3251560" cy="523220"/>
                </a:xfrm>
              </p:grpSpPr>
              <p:cxnSp>
                <p:nvCxnSpPr>
                  <p:cNvPr id="113" name="直接连接符 112"/>
                  <p:cNvCxnSpPr/>
                  <p:nvPr/>
                </p:nvCxnSpPr>
                <p:spPr>
                  <a:xfrm flipV="1">
                    <a:off x="2074819" y="5058650"/>
                    <a:ext cx="1658185" cy="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4" name="直接连接符 193"/>
                  <p:cNvCxnSpPr/>
                  <p:nvPr/>
                </p:nvCxnSpPr>
                <p:spPr>
                  <a:xfrm>
                    <a:off x="3733004" y="4535430"/>
                    <a:ext cx="281994" cy="52322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8" name="直接连接符 197"/>
                  <p:cNvCxnSpPr/>
                  <p:nvPr/>
                </p:nvCxnSpPr>
                <p:spPr>
                  <a:xfrm flipV="1">
                    <a:off x="4014998" y="5058650"/>
                    <a:ext cx="1311381" cy="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121" name="文本框 120"/>
              <p:cNvSpPr txBox="1"/>
              <p:nvPr/>
            </p:nvSpPr>
            <p:spPr>
              <a:xfrm>
                <a:off x="6635939" y="5032105"/>
                <a:ext cx="118056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800"/>
                  <a:t>……</a:t>
                </a:r>
                <a:endParaRPr lang="en-US" altLang="zh-CN" sz="2800"/>
              </a:p>
            </p:txBody>
          </p:sp>
        </p:grpSp>
        <p:sp>
          <p:nvSpPr>
            <p:cNvPr id="242" name="文本框 241"/>
            <p:cNvSpPr txBox="1"/>
            <p:nvPr/>
          </p:nvSpPr>
          <p:spPr>
            <a:xfrm>
              <a:off x="2756751" y="4755160"/>
              <a:ext cx="8500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/>
                <a:t>B7</a:t>
              </a:r>
              <a:endParaRPr lang="en-US" altLang="zh-CN" sz="2400"/>
            </a:p>
          </p:txBody>
        </p:sp>
        <p:sp>
          <p:nvSpPr>
            <p:cNvPr id="243" name="文本框 242"/>
            <p:cNvSpPr txBox="1"/>
            <p:nvPr/>
          </p:nvSpPr>
          <p:spPr>
            <a:xfrm>
              <a:off x="4571950" y="4755160"/>
              <a:ext cx="8500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/>
                <a:t>B6</a:t>
              </a:r>
              <a:endParaRPr lang="en-US" altLang="zh-CN" sz="2400"/>
            </a:p>
          </p:txBody>
        </p:sp>
        <p:sp>
          <p:nvSpPr>
            <p:cNvPr id="244" name="文本框 243"/>
            <p:cNvSpPr txBox="1"/>
            <p:nvPr/>
          </p:nvSpPr>
          <p:spPr>
            <a:xfrm>
              <a:off x="8123437" y="4755160"/>
              <a:ext cx="8500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/>
                <a:t>B0</a:t>
              </a:r>
              <a:endParaRPr lang="en-US" altLang="zh-CN" sz="2400"/>
            </a:p>
          </p:txBody>
        </p:sp>
      </p:grpSp>
      <p:grpSp>
        <p:nvGrpSpPr>
          <p:cNvPr id="249" name="组合 248"/>
          <p:cNvGrpSpPr/>
          <p:nvPr/>
        </p:nvGrpSpPr>
        <p:grpSpPr>
          <a:xfrm>
            <a:off x="515304" y="5564568"/>
            <a:ext cx="10447240" cy="550596"/>
            <a:chOff x="515304" y="5564568"/>
            <a:chExt cx="10447240" cy="550596"/>
          </a:xfrm>
        </p:grpSpPr>
        <p:grpSp>
          <p:nvGrpSpPr>
            <p:cNvPr id="212" name="组合 211"/>
            <p:cNvGrpSpPr/>
            <p:nvPr/>
          </p:nvGrpSpPr>
          <p:grpSpPr>
            <a:xfrm>
              <a:off x="515304" y="5564568"/>
              <a:ext cx="10447240" cy="550596"/>
              <a:chOff x="515304" y="5035507"/>
              <a:chExt cx="10447240" cy="550596"/>
            </a:xfrm>
          </p:grpSpPr>
          <p:sp>
            <p:nvSpPr>
              <p:cNvPr id="213" name="文本框 212"/>
              <p:cNvSpPr txBox="1"/>
              <p:nvPr/>
            </p:nvSpPr>
            <p:spPr>
              <a:xfrm>
                <a:off x="515304" y="5062883"/>
                <a:ext cx="118056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/>
                  <a:t>MISO</a:t>
                </a:r>
                <a:endParaRPr lang="en-US" altLang="zh-CN" sz="2400"/>
              </a:p>
            </p:txBody>
          </p:sp>
          <p:grpSp>
            <p:nvGrpSpPr>
              <p:cNvPr id="214" name="组合 213"/>
              <p:cNvGrpSpPr/>
              <p:nvPr/>
            </p:nvGrpSpPr>
            <p:grpSpPr>
              <a:xfrm>
                <a:off x="1718270" y="5062882"/>
                <a:ext cx="9244274" cy="523221"/>
                <a:chOff x="1374684" y="4902756"/>
                <a:chExt cx="9244274" cy="523221"/>
              </a:xfrm>
            </p:grpSpPr>
            <p:grpSp>
              <p:nvGrpSpPr>
                <p:cNvPr id="230" name="组合 229"/>
                <p:cNvGrpSpPr/>
                <p:nvPr/>
              </p:nvGrpSpPr>
              <p:grpSpPr>
                <a:xfrm>
                  <a:off x="1374684" y="5157198"/>
                  <a:ext cx="9244274" cy="268779"/>
                  <a:chOff x="2220800" y="4789871"/>
                  <a:chExt cx="9244274" cy="268779"/>
                </a:xfrm>
              </p:grpSpPr>
              <p:cxnSp>
                <p:nvCxnSpPr>
                  <p:cNvPr id="238" name="直接连接符 237"/>
                  <p:cNvCxnSpPr/>
                  <p:nvPr/>
                </p:nvCxnSpPr>
                <p:spPr>
                  <a:xfrm>
                    <a:off x="2753910" y="4789871"/>
                    <a:ext cx="144860" cy="268778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9" name="直接连接符 238"/>
                  <p:cNvCxnSpPr/>
                  <p:nvPr/>
                </p:nvCxnSpPr>
                <p:spPr>
                  <a:xfrm>
                    <a:off x="2905431" y="5058650"/>
                    <a:ext cx="1527856" cy="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0" name="直接连接符 239"/>
                  <p:cNvCxnSpPr/>
                  <p:nvPr/>
                </p:nvCxnSpPr>
                <p:spPr>
                  <a:xfrm>
                    <a:off x="4708345" y="5058650"/>
                    <a:ext cx="1582276" cy="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1" name="直接连接符 240"/>
                  <p:cNvCxnSpPr/>
                  <p:nvPr/>
                </p:nvCxnSpPr>
                <p:spPr>
                  <a:xfrm>
                    <a:off x="6577839" y="5058650"/>
                    <a:ext cx="657046" cy="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8" name="直接连接符 257"/>
                  <p:cNvCxnSpPr/>
                  <p:nvPr/>
                </p:nvCxnSpPr>
                <p:spPr>
                  <a:xfrm>
                    <a:off x="2220800" y="4789871"/>
                    <a:ext cx="531949" cy="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2" name="直接连接符 261"/>
                  <p:cNvCxnSpPr/>
                  <p:nvPr/>
                </p:nvCxnSpPr>
                <p:spPr>
                  <a:xfrm flipH="1">
                    <a:off x="10788265" y="4789871"/>
                    <a:ext cx="144860" cy="268778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3" name="直接连接符 262"/>
                  <p:cNvCxnSpPr/>
                  <p:nvPr/>
                </p:nvCxnSpPr>
                <p:spPr>
                  <a:xfrm flipH="1">
                    <a:off x="10933125" y="4789871"/>
                    <a:ext cx="531949" cy="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31" name="组合 230"/>
                <p:cNvGrpSpPr/>
                <p:nvPr/>
              </p:nvGrpSpPr>
              <p:grpSpPr>
                <a:xfrm flipV="1">
                  <a:off x="1915520" y="4902756"/>
                  <a:ext cx="8171489" cy="254442"/>
                  <a:chOff x="2761636" y="4804209"/>
                  <a:chExt cx="8171489" cy="254442"/>
                </a:xfrm>
              </p:grpSpPr>
              <p:cxnSp>
                <p:nvCxnSpPr>
                  <p:cNvPr id="233" name="直接连接符 232"/>
                  <p:cNvCxnSpPr/>
                  <p:nvPr/>
                </p:nvCxnSpPr>
                <p:spPr>
                  <a:xfrm>
                    <a:off x="2761636" y="4804209"/>
                    <a:ext cx="137134" cy="254442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4" name="直接连接符 233"/>
                  <p:cNvCxnSpPr/>
                  <p:nvPr/>
                </p:nvCxnSpPr>
                <p:spPr>
                  <a:xfrm flipV="1">
                    <a:off x="2905431" y="5058650"/>
                    <a:ext cx="1520920" cy="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5" name="直接连接符 234"/>
                  <p:cNvCxnSpPr/>
                  <p:nvPr/>
                </p:nvCxnSpPr>
                <p:spPr>
                  <a:xfrm flipV="1">
                    <a:off x="4708345" y="5058650"/>
                    <a:ext cx="1582276" cy="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6" name="直接连接符 235"/>
                  <p:cNvCxnSpPr/>
                  <p:nvPr/>
                </p:nvCxnSpPr>
                <p:spPr>
                  <a:xfrm flipV="1">
                    <a:off x="6577839" y="5058650"/>
                    <a:ext cx="657046" cy="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4" name="直接连接符 263"/>
                  <p:cNvCxnSpPr/>
                  <p:nvPr/>
                </p:nvCxnSpPr>
                <p:spPr>
                  <a:xfrm flipH="1">
                    <a:off x="10795991" y="4804209"/>
                    <a:ext cx="137134" cy="254442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215" name="组合 214"/>
              <p:cNvGrpSpPr/>
              <p:nvPr/>
            </p:nvGrpSpPr>
            <p:grpSpPr>
              <a:xfrm>
                <a:off x="3923821" y="5062883"/>
                <a:ext cx="2151488" cy="523220"/>
                <a:chOff x="1709446" y="4902757"/>
                <a:chExt cx="2151488" cy="523220"/>
              </a:xfrm>
            </p:grpSpPr>
            <p:cxnSp>
              <p:nvCxnSpPr>
                <p:cNvPr id="226" name="直接连接符 225"/>
                <p:cNvCxnSpPr/>
                <p:nvPr/>
              </p:nvCxnSpPr>
              <p:spPr>
                <a:xfrm>
                  <a:off x="1709446" y="4902757"/>
                  <a:ext cx="281994" cy="52322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7" name="直接连接符 226"/>
                <p:cNvCxnSpPr/>
                <p:nvPr/>
              </p:nvCxnSpPr>
              <p:spPr>
                <a:xfrm flipV="1">
                  <a:off x="1709446" y="4902757"/>
                  <a:ext cx="281994" cy="52322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8" name="直接连接符 227"/>
                <p:cNvCxnSpPr/>
                <p:nvPr/>
              </p:nvCxnSpPr>
              <p:spPr>
                <a:xfrm>
                  <a:off x="3578940" y="4902757"/>
                  <a:ext cx="281994" cy="52322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9" name="直接连接符 228"/>
                <p:cNvCxnSpPr/>
                <p:nvPr/>
              </p:nvCxnSpPr>
              <p:spPr>
                <a:xfrm flipV="1">
                  <a:off x="3578940" y="4902757"/>
                  <a:ext cx="281994" cy="52322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6" name="组合 215"/>
              <p:cNvGrpSpPr/>
              <p:nvPr/>
            </p:nvGrpSpPr>
            <p:grpSpPr>
              <a:xfrm>
                <a:off x="7709077" y="5062883"/>
                <a:ext cx="2584384" cy="523220"/>
                <a:chOff x="1228703" y="4902757"/>
                <a:chExt cx="2584384" cy="523220"/>
              </a:xfrm>
            </p:grpSpPr>
            <p:grpSp>
              <p:nvGrpSpPr>
                <p:cNvPr id="218" name="组合 217"/>
                <p:cNvGrpSpPr/>
                <p:nvPr/>
              </p:nvGrpSpPr>
              <p:grpSpPr>
                <a:xfrm>
                  <a:off x="1228703" y="4902757"/>
                  <a:ext cx="2576658" cy="523220"/>
                  <a:chOff x="2074819" y="4535430"/>
                  <a:chExt cx="2576658" cy="523220"/>
                </a:xfrm>
              </p:grpSpPr>
              <p:cxnSp>
                <p:nvCxnSpPr>
                  <p:cNvPr id="223" name="直接连接符 222"/>
                  <p:cNvCxnSpPr/>
                  <p:nvPr/>
                </p:nvCxnSpPr>
                <p:spPr>
                  <a:xfrm>
                    <a:off x="2074819" y="5058650"/>
                    <a:ext cx="1658185" cy="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4" name="直接连接符 223"/>
                  <p:cNvCxnSpPr/>
                  <p:nvPr/>
                </p:nvCxnSpPr>
                <p:spPr>
                  <a:xfrm>
                    <a:off x="3733004" y="4535430"/>
                    <a:ext cx="281994" cy="52322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5" name="直接连接符 224"/>
                  <p:cNvCxnSpPr/>
                  <p:nvPr/>
                </p:nvCxnSpPr>
                <p:spPr>
                  <a:xfrm>
                    <a:off x="4014998" y="5058650"/>
                    <a:ext cx="636479" cy="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19" name="组合 218"/>
                <p:cNvGrpSpPr/>
                <p:nvPr/>
              </p:nvGrpSpPr>
              <p:grpSpPr>
                <a:xfrm flipV="1">
                  <a:off x="1228703" y="4902757"/>
                  <a:ext cx="2584384" cy="523220"/>
                  <a:chOff x="2074819" y="4535430"/>
                  <a:chExt cx="2584384" cy="523220"/>
                </a:xfrm>
              </p:grpSpPr>
              <p:cxnSp>
                <p:nvCxnSpPr>
                  <p:cNvPr id="220" name="直接连接符 219"/>
                  <p:cNvCxnSpPr/>
                  <p:nvPr/>
                </p:nvCxnSpPr>
                <p:spPr>
                  <a:xfrm flipV="1">
                    <a:off x="2074819" y="5058650"/>
                    <a:ext cx="1658185" cy="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1" name="直接连接符 220"/>
                  <p:cNvCxnSpPr/>
                  <p:nvPr/>
                </p:nvCxnSpPr>
                <p:spPr>
                  <a:xfrm>
                    <a:off x="3733004" y="4535430"/>
                    <a:ext cx="281994" cy="52322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2" name="直接连接符 221"/>
                  <p:cNvCxnSpPr/>
                  <p:nvPr/>
                </p:nvCxnSpPr>
                <p:spPr>
                  <a:xfrm flipV="1">
                    <a:off x="4014998" y="5058650"/>
                    <a:ext cx="644205" cy="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217" name="文本框 216"/>
              <p:cNvSpPr txBox="1"/>
              <p:nvPr/>
            </p:nvSpPr>
            <p:spPr>
              <a:xfrm>
                <a:off x="6635939" y="5035507"/>
                <a:ext cx="118056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800"/>
                  <a:t>……</a:t>
                </a:r>
                <a:endParaRPr lang="en-US" altLang="zh-CN" sz="2800"/>
              </a:p>
            </p:txBody>
          </p:sp>
        </p:grpSp>
        <p:sp>
          <p:nvSpPr>
            <p:cNvPr id="245" name="文本框 244"/>
            <p:cNvSpPr txBox="1"/>
            <p:nvPr/>
          </p:nvSpPr>
          <p:spPr>
            <a:xfrm>
              <a:off x="2756751" y="5624558"/>
              <a:ext cx="8500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/>
                <a:t>B7</a:t>
              </a:r>
              <a:endParaRPr lang="en-US" altLang="zh-CN" sz="2400"/>
            </a:p>
          </p:txBody>
        </p:sp>
        <p:sp>
          <p:nvSpPr>
            <p:cNvPr id="246" name="文本框 245"/>
            <p:cNvSpPr txBox="1"/>
            <p:nvPr/>
          </p:nvSpPr>
          <p:spPr>
            <a:xfrm>
              <a:off x="4571950" y="5624558"/>
              <a:ext cx="8500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/>
                <a:t>B6</a:t>
              </a:r>
              <a:endParaRPr lang="en-US" altLang="zh-CN" sz="2400"/>
            </a:p>
          </p:txBody>
        </p:sp>
        <p:sp>
          <p:nvSpPr>
            <p:cNvPr id="247" name="文本框 246"/>
            <p:cNvSpPr txBox="1"/>
            <p:nvPr/>
          </p:nvSpPr>
          <p:spPr>
            <a:xfrm>
              <a:off x="8123437" y="5624558"/>
              <a:ext cx="8500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/>
                <a:t>B0</a:t>
              </a:r>
              <a:endParaRPr lang="en-US" altLang="zh-CN" sz="2400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171065"/>
            <a:ext cx="4456090" cy="57591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>
                <a:latin typeface="等线" panose="02010600030101010101" pitchFamily="2" charset="-122"/>
                <a:ea typeface="等线" panose="02010600030101010101" pitchFamily="2" charset="-122"/>
              </a:rPr>
              <a:t>SPI</a:t>
            </a:r>
            <a:r>
              <a:rPr lang="zh-CN" altLang="en-US" sz="3200">
                <a:latin typeface="等线" panose="02010600030101010101" pitchFamily="2" charset="-122"/>
                <a:ea typeface="等线" panose="02010600030101010101" pitchFamily="2" charset="-122"/>
              </a:rPr>
              <a:t>时序基本单元</a:t>
            </a:r>
            <a:endParaRPr lang="zh-CN" altLang="en-US" sz="320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70963" y="1236373"/>
            <a:ext cx="1105007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/>
              <a:t>交换一个字节（模式</a:t>
            </a:r>
            <a:r>
              <a:rPr lang="en-US" altLang="zh-CN" sz="2800"/>
              <a:t>3</a:t>
            </a:r>
            <a:r>
              <a:rPr lang="zh-CN" altLang="en-US" sz="2800"/>
              <a:t>）</a:t>
            </a:r>
            <a:endParaRPr lang="en-US" altLang="zh-CN" sz="280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/>
              <a:t>CPOL=1</a:t>
            </a:r>
            <a:r>
              <a:rPr lang="zh-CN" altLang="en-US" sz="2800"/>
              <a:t>：空闲状态时，</a:t>
            </a:r>
            <a:r>
              <a:rPr lang="en-US" altLang="zh-CN" sz="2800"/>
              <a:t>SCK</a:t>
            </a:r>
            <a:r>
              <a:rPr lang="zh-CN" altLang="en-US" sz="2800"/>
              <a:t>为高电平</a:t>
            </a:r>
            <a:endParaRPr lang="en-US" altLang="zh-CN" sz="280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/>
              <a:t>CPHA=1</a:t>
            </a:r>
            <a:r>
              <a:rPr lang="zh-CN" altLang="en-US" sz="2800"/>
              <a:t>：</a:t>
            </a:r>
            <a:r>
              <a:rPr lang="en-US" altLang="zh-CN" sz="2800"/>
              <a:t>SCK</a:t>
            </a:r>
            <a:r>
              <a:rPr lang="zh-CN" altLang="en-US" sz="2800"/>
              <a:t>第一个边沿移出数据，第二个边沿移入数据</a:t>
            </a:r>
            <a:endParaRPr lang="en-US" altLang="zh-CN" sz="2800"/>
          </a:p>
        </p:txBody>
      </p:sp>
      <p:grpSp>
        <p:nvGrpSpPr>
          <p:cNvPr id="122" name="组合 121"/>
          <p:cNvGrpSpPr/>
          <p:nvPr/>
        </p:nvGrpSpPr>
        <p:grpSpPr>
          <a:xfrm>
            <a:off x="515304" y="3045576"/>
            <a:ext cx="10445333" cy="523220"/>
            <a:chOff x="515304" y="3252310"/>
            <a:chExt cx="10445333" cy="523220"/>
          </a:xfrm>
        </p:grpSpPr>
        <p:sp>
          <p:nvSpPr>
            <p:cNvPr id="3" name="文本框 2"/>
            <p:cNvSpPr txBox="1"/>
            <p:nvPr/>
          </p:nvSpPr>
          <p:spPr>
            <a:xfrm>
              <a:off x="515304" y="3252310"/>
              <a:ext cx="118056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/>
                <a:t>SS</a:t>
              </a:r>
              <a:endParaRPr lang="en-US" altLang="zh-CN" sz="2400"/>
            </a:p>
          </p:txBody>
        </p:sp>
        <p:grpSp>
          <p:nvGrpSpPr>
            <p:cNvPr id="7" name="组合 6"/>
            <p:cNvGrpSpPr/>
            <p:nvPr/>
          </p:nvGrpSpPr>
          <p:grpSpPr>
            <a:xfrm>
              <a:off x="1718270" y="3252310"/>
              <a:ext cx="9242367" cy="523220"/>
              <a:chOff x="1374684" y="3818587"/>
              <a:chExt cx="9242367" cy="523220"/>
            </a:xfrm>
          </p:grpSpPr>
          <p:grpSp>
            <p:nvGrpSpPr>
              <p:cNvPr id="8" name="组合 7"/>
              <p:cNvGrpSpPr/>
              <p:nvPr/>
            </p:nvGrpSpPr>
            <p:grpSpPr>
              <a:xfrm>
                <a:off x="1374684" y="3818587"/>
                <a:ext cx="9242367" cy="523220"/>
                <a:chOff x="941767" y="4535430"/>
                <a:chExt cx="9242367" cy="523220"/>
              </a:xfrm>
            </p:grpSpPr>
            <p:cxnSp>
              <p:nvCxnSpPr>
                <p:cNvPr id="12" name="直接连接符 11"/>
                <p:cNvCxnSpPr/>
                <p:nvPr/>
              </p:nvCxnSpPr>
              <p:spPr>
                <a:xfrm>
                  <a:off x="941767" y="4535430"/>
                  <a:ext cx="392806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" name="直接连接符 12"/>
                <p:cNvCxnSpPr/>
                <p:nvPr/>
              </p:nvCxnSpPr>
              <p:spPr>
                <a:xfrm>
                  <a:off x="1337743" y="4535430"/>
                  <a:ext cx="281994" cy="52322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直接连接符 13"/>
                <p:cNvCxnSpPr/>
                <p:nvPr/>
              </p:nvCxnSpPr>
              <p:spPr>
                <a:xfrm>
                  <a:off x="6932574" y="5058650"/>
                  <a:ext cx="2576760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直接连接符 126"/>
                <p:cNvCxnSpPr/>
                <p:nvPr/>
              </p:nvCxnSpPr>
              <p:spPr>
                <a:xfrm>
                  <a:off x="9791328" y="4535430"/>
                  <a:ext cx="392806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" name="组合 8"/>
              <p:cNvGrpSpPr/>
              <p:nvPr/>
            </p:nvGrpSpPr>
            <p:grpSpPr>
              <a:xfrm flipH="1">
                <a:off x="2052654" y="3818587"/>
                <a:ext cx="8171591" cy="523220"/>
                <a:chOff x="-4042522" y="4535430"/>
                <a:chExt cx="8171591" cy="523220"/>
              </a:xfrm>
            </p:grpSpPr>
            <p:cxnSp>
              <p:nvCxnSpPr>
                <p:cNvPr id="10" name="直接连接符 9"/>
                <p:cNvCxnSpPr/>
                <p:nvPr/>
              </p:nvCxnSpPr>
              <p:spPr>
                <a:xfrm>
                  <a:off x="-4042522" y="4535430"/>
                  <a:ext cx="281994" cy="52322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" name="直接连接符 10"/>
                <p:cNvCxnSpPr/>
                <p:nvPr/>
              </p:nvCxnSpPr>
              <p:spPr>
                <a:xfrm>
                  <a:off x="-198000" y="5058650"/>
                  <a:ext cx="4327069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62" name="文本框 61"/>
            <p:cNvSpPr txBox="1"/>
            <p:nvPr/>
          </p:nvSpPr>
          <p:spPr>
            <a:xfrm>
              <a:off x="6602500" y="3252310"/>
              <a:ext cx="118056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/>
                <a:t>……</a:t>
              </a:r>
              <a:endParaRPr lang="en-US" altLang="zh-CN" sz="2800"/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515304" y="3885758"/>
            <a:ext cx="10445333" cy="523221"/>
            <a:chOff x="515304" y="3885758"/>
            <a:chExt cx="10445333" cy="523221"/>
          </a:xfrm>
        </p:grpSpPr>
        <p:sp>
          <p:nvSpPr>
            <p:cNvPr id="64" name="文本框 63"/>
            <p:cNvSpPr txBox="1"/>
            <p:nvPr/>
          </p:nvSpPr>
          <p:spPr>
            <a:xfrm>
              <a:off x="515304" y="3885759"/>
              <a:ext cx="118056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/>
                <a:t>SCK</a:t>
              </a:r>
              <a:endParaRPr lang="en-US" altLang="zh-CN" sz="2400"/>
            </a:p>
          </p:txBody>
        </p:sp>
        <p:grpSp>
          <p:nvGrpSpPr>
            <p:cNvPr id="66" name="组合 65"/>
            <p:cNvGrpSpPr/>
            <p:nvPr/>
          </p:nvGrpSpPr>
          <p:grpSpPr>
            <a:xfrm flipV="1">
              <a:off x="1718270" y="3885759"/>
              <a:ext cx="2489605" cy="523220"/>
              <a:chOff x="1374684" y="3818587"/>
              <a:chExt cx="2489605" cy="523220"/>
            </a:xfrm>
          </p:grpSpPr>
          <p:grpSp>
            <p:nvGrpSpPr>
              <p:cNvPr id="67" name="组合 66"/>
              <p:cNvGrpSpPr/>
              <p:nvPr/>
            </p:nvGrpSpPr>
            <p:grpSpPr>
              <a:xfrm>
                <a:off x="2939171" y="3818587"/>
                <a:ext cx="925118" cy="523220"/>
                <a:chOff x="2506254" y="4535430"/>
                <a:chExt cx="925118" cy="523220"/>
              </a:xfrm>
            </p:grpSpPr>
            <p:cxnSp>
              <p:nvCxnSpPr>
                <p:cNvPr id="71" name="直接连接符 70"/>
                <p:cNvCxnSpPr/>
                <p:nvPr/>
              </p:nvCxnSpPr>
              <p:spPr>
                <a:xfrm>
                  <a:off x="2506254" y="4535430"/>
                  <a:ext cx="648000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2" name="直接连接符 71"/>
                <p:cNvCxnSpPr/>
                <p:nvPr/>
              </p:nvCxnSpPr>
              <p:spPr>
                <a:xfrm>
                  <a:off x="3149378" y="4535430"/>
                  <a:ext cx="281994" cy="52322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8" name="组合 67"/>
              <p:cNvGrpSpPr/>
              <p:nvPr/>
            </p:nvGrpSpPr>
            <p:grpSpPr>
              <a:xfrm flipH="1">
                <a:off x="1374684" y="3818587"/>
                <a:ext cx="1564487" cy="523220"/>
                <a:chOff x="3242552" y="4535430"/>
                <a:chExt cx="1564487" cy="523220"/>
              </a:xfrm>
            </p:grpSpPr>
            <p:cxnSp>
              <p:nvCxnSpPr>
                <p:cNvPr id="69" name="直接连接符 68"/>
                <p:cNvCxnSpPr/>
                <p:nvPr/>
              </p:nvCxnSpPr>
              <p:spPr>
                <a:xfrm>
                  <a:off x="3242552" y="4535430"/>
                  <a:ext cx="281994" cy="52322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0" name="直接连接符 69"/>
                <p:cNvCxnSpPr/>
                <p:nvPr/>
              </p:nvCxnSpPr>
              <p:spPr>
                <a:xfrm>
                  <a:off x="3524546" y="5058650"/>
                  <a:ext cx="1282493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92" name="组合 91"/>
            <p:cNvGrpSpPr/>
            <p:nvPr/>
          </p:nvGrpSpPr>
          <p:grpSpPr>
            <a:xfrm flipV="1">
              <a:off x="4207875" y="3885759"/>
              <a:ext cx="2515434" cy="523220"/>
              <a:chOff x="2006914" y="3818587"/>
              <a:chExt cx="2515434" cy="523220"/>
            </a:xfrm>
          </p:grpSpPr>
          <p:grpSp>
            <p:nvGrpSpPr>
              <p:cNvPr id="93" name="组合 92"/>
              <p:cNvGrpSpPr/>
              <p:nvPr/>
            </p:nvGrpSpPr>
            <p:grpSpPr>
              <a:xfrm>
                <a:off x="2939130" y="3818587"/>
                <a:ext cx="1583218" cy="523220"/>
                <a:chOff x="2506213" y="4535430"/>
                <a:chExt cx="1583218" cy="523220"/>
              </a:xfrm>
            </p:grpSpPr>
            <p:cxnSp>
              <p:nvCxnSpPr>
                <p:cNvPr id="97" name="直接连接符 96"/>
                <p:cNvCxnSpPr/>
                <p:nvPr/>
              </p:nvCxnSpPr>
              <p:spPr>
                <a:xfrm>
                  <a:off x="2506213" y="4535430"/>
                  <a:ext cx="648000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8" name="直接连接符 97"/>
                <p:cNvCxnSpPr/>
                <p:nvPr/>
              </p:nvCxnSpPr>
              <p:spPr>
                <a:xfrm>
                  <a:off x="3159437" y="4535430"/>
                  <a:ext cx="281994" cy="52322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9" name="直接连接符 98"/>
                <p:cNvCxnSpPr/>
                <p:nvPr/>
              </p:nvCxnSpPr>
              <p:spPr>
                <a:xfrm>
                  <a:off x="3441431" y="5058650"/>
                  <a:ext cx="648000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4" name="组合 93"/>
              <p:cNvGrpSpPr/>
              <p:nvPr/>
            </p:nvGrpSpPr>
            <p:grpSpPr>
              <a:xfrm flipH="1">
                <a:off x="2006914" y="3818587"/>
                <a:ext cx="932216" cy="523220"/>
                <a:chOff x="3242593" y="4535430"/>
                <a:chExt cx="932216" cy="523220"/>
              </a:xfrm>
            </p:grpSpPr>
            <p:cxnSp>
              <p:nvCxnSpPr>
                <p:cNvPr id="95" name="直接连接符 94"/>
                <p:cNvCxnSpPr/>
                <p:nvPr/>
              </p:nvCxnSpPr>
              <p:spPr>
                <a:xfrm>
                  <a:off x="3242593" y="4535430"/>
                  <a:ext cx="281994" cy="52322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6" name="直接连接符 95"/>
                <p:cNvCxnSpPr/>
                <p:nvPr/>
              </p:nvCxnSpPr>
              <p:spPr>
                <a:xfrm>
                  <a:off x="3526809" y="5058650"/>
                  <a:ext cx="648000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00" name="组合 99"/>
            <p:cNvGrpSpPr/>
            <p:nvPr/>
          </p:nvGrpSpPr>
          <p:grpSpPr>
            <a:xfrm flipV="1">
              <a:off x="7711918" y="3885758"/>
              <a:ext cx="3248719" cy="523221"/>
              <a:chOff x="1231544" y="3818586"/>
              <a:chExt cx="3248719" cy="523221"/>
            </a:xfrm>
          </p:grpSpPr>
          <p:grpSp>
            <p:nvGrpSpPr>
              <p:cNvPr id="101" name="组合 100"/>
              <p:cNvGrpSpPr/>
              <p:nvPr/>
            </p:nvGrpSpPr>
            <p:grpSpPr>
              <a:xfrm>
                <a:off x="2241729" y="3818586"/>
                <a:ext cx="2238534" cy="523221"/>
                <a:chOff x="1808812" y="4535429"/>
                <a:chExt cx="2238534" cy="523221"/>
              </a:xfrm>
            </p:grpSpPr>
            <p:cxnSp>
              <p:nvCxnSpPr>
                <p:cNvPr id="105" name="直接连接符 104"/>
                <p:cNvCxnSpPr/>
                <p:nvPr/>
              </p:nvCxnSpPr>
              <p:spPr>
                <a:xfrm>
                  <a:off x="1808812" y="4535429"/>
                  <a:ext cx="648000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6" name="直接连接符 105"/>
                <p:cNvCxnSpPr/>
                <p:nvPr/>
              </p:nvCxnSpPr>
              <p:spPr>
                <a:xfrm>
                  <a:off x="2456812" y="4535430"/>
                  <a:ext cx="281994" cy="52322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7" name="直接连接符 106"/>
                <p:cNvCxnSpPr/>
                <p:nvPr/>
              </p:nvCxnSpPr>
              <p:spPr>
                <a:xfrm>
                  <a:off x="2738806" y="5058650"/>
                  <a:ext cx="1308540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02" name="组合 101"/>
              <p:cNvGrpSpPr/>
              <p:nvPr/>
            </p:nvGrpSpPr>
            <p:grpSpPr>
              <a:xfrm flipH="1">
                <a:off x="1231544" y="3818587"/>
                <a:ext cx="1010185" cy="523220"/>
                <a:chOff x="3939994" y="4535430"/>
                <a:chExt cx="1010185" cy="523220"/>
              </a:xfrm>
            </p:grpSpPr>
            <p:cxnSp>
              <p:nvCxnSpPr>
                <p:cNvPr id="103" name="直接连接符 102"/>
                <p:cNvCxnSpPr/>
                <p:nvPr/>
              </p:nvCxnSpPr>
              <p:spPr>
                <a:xfrm>
                  <a:off x="3939994" y="4535430"/>
                  <a:ext cx="281994" cy="52322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4" name="直接连接符 103"/>
                <p:cNvCxnSpPr/>
                <p:nvPr/>
              </p:nvCxnSpPr>
              <p:spPr>
                <a:xfrm>
                  <a:off x="4221988" y="5058650"/>
                  <a:ext cx="728191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20" name="文本框 119"/>
            <p:cNvSpPr txBox="1"/>
            <p:nvPr/>
          </p:nvSpPr>
          <p:spPr>
            <a:xfrm flipV="1">
              <a:off x="6602500" y="3885759"/>
              <a:ext cx="118056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/>
                <a:t>……</a:t>
              </a:r>
              <a:endParaRPr lang="en-US" altLang="zh-CN" sz="2800"/>
            </a:p>
          </p:txBody>
        </p:sp>
      </p:grpSp>
      <p:grpSp>
        <p:nvGrpSpPr>
          <p:cNvPr id="165" name="组合 164"/>
          <p:cNvGrpSpPr/>
          <p:nvPr/>
        </p:nvGrpSpPr>
        <p:grpSpPr>
          <a:xfrm>
            <a:off x="515304" y="4695163"/>
            <a:ext cx="10445333" cy="553998"/>
            <a:chOff x="515304" y="4695163"/>
            <a:chExt cx="10445333" cy="553998"/>
          </a:xfrm>
        </p:grpSpPr>
        <p:grpSp>
          <p:nvGrpSpPr>
            <p:cNvPr id="160" name="组合 159"/>
            <p:cNvGrpSpPr/>
            <p:nvPr/>
          </p:nvGrpSpPr>
          <p:grpSpPr>
            <a:xfrm>
              <a:off x="1718270" y="4695163"/>
              <a:ext cx="9242367" cy="553998"/>
              <a:chOff x="1718270" y="4695163"/>
              <a:chExt cx="9242367" cy="553998"/>
            </a:xfrm>
          </p:grpSpPr>
          <p:grpSp>
            <p:nvGrpSpPr>
              <p:cNvPr id="248" name="组合 247"/>
              <p:cNvGrpSpPr/>
              <p:nvPr/>
            </p:nvGrpSpPr>
            <p:grpSpPr>
              <a:xfrm>
                <a:off x="1718270" y="4725940"/>
                <a:ext cx="9242367" cy="523221"/>
                <a:chOff x="828485" y="4725940"/>
                <a:chExt cx="9242367" cy="523221"/>
              </a:xfrm>
            </p:grpSpPr>
            <p:grpSp>
              <p:nvGrpSpPr>
                <p:cNvPr id="124" name="组合 123"/>
                <p:cNvGrpSpPr/>
                <p:nvPr/>
              </p:nvGrpSpPr>
              <p:grpSpPr>
                <a:xfrm>
                  <a:off x="828485" y="4725940"/>
                  <a:ext cx="9242367" cy="523221"/>
                  <a:chOff x="828485" y="5062882"/>
                  <a:chExt cx="9242367" cy="523221"/>
                </a:xfrm>
              </p:grpSpPr>
              <p:grpSp>
                <p:nvGrpSpPr>
                  <p:cNvPr id="74" name="组合 73"/>
                  <p:cNvGrpSpPr/>
                  <p:nvPr/>
                </p:nvGrpSpPr>
                <p:grpSpPr>
                  <a:xfrm>
                    <a:off x="828485" y="5062882"/>
                    <a:ext cx="6729202" cy="523221"/>
                    <a:chOff x="484899" y="4902756"/>
                    <a:chExt cx="6729202" cy="523221"/>
                  </a:xfrm>
                </p:grpSpPr>
                <p:grpSp>
                  <p:nvGrpSpPr>
                    <p:cNvPr id="75" name="组合 74"/>
                    <p:cNvGrpSpPr/>
                    <p:nvPr/>
                  </p:nvGrpSpPr>
                  <p:grpSpPr>
                    <a:xfrm>
                      <a:off x="484899" y="4902756"/>
                      <a:ext cx="6729202" cy="523221"/>
                      <a:chOff x="1331015" y="4535429"/>
                      <a:chExt cx="6729202" cy="523221"/>
                    </a:xfrm>
                  </p:grpSpPr>
                  <p:cxnSp>
                    <p:nvCxnSpPr>
                      <p:cNvPr id="80" name="直接连接符 79"/>
                      <p:cNvCxnSpPr/>
                      <p:nvPr/>
                    </p:nvCxnSpPr>
                    <p:spPr>
                      <a:xfrm>
                        <a:off x="1331015" y="4535430"/>
                        <a:ext cx="1282591" cy="0"/>
                      </a:xfrm>
                      <a:prstGeom prst="line">
                        <a:avLst/>
                      </a:prstGeom>
                      <a:ln w="28575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81" name="直接连接符 80"/>
                      <p:cNvCxnSpPr/>
                      <p:nvPr/>
                    </p:nvCxnSpPr>
                    <p:spPr>
                      <a:xfrm>
                        <a:off x="2616776" y="4535429"/>
                        <a:ext cx="281994" cy="523220"/>
                      </a:xfrm>
                      <a:prstGeom prst="line">
                        <a:avLst/>
                      </a:prstGeom>
                      <a:ln w="28575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82" name="直接连接符 81"/>
                      <p:cNvCxnSpPr/>
                      <p:nvPr/>
                    </p:nvCxnSpPr>
                    <p:spPr>
                      <a:xfrm>
                        <a:off x="2905431" y="5058650"/>
                        <a:ext cx="1527856" cy="0"/>
                      </a:xfrm>
                      <a:prstGeom prst="line">
                        <a:avLst/>
                      </a:prstGeom>
                      <a:ln w="28575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47" name="直接连接符 146"/>
                      <p:cNvCxnSpPr/>
                      <p:nvPr/>
                    </p:nvCxnSpPr>
                    <p:spPr>
                      <a:xfrm>
                        <a:off x="4708345" y="5058650"/>
                        <a:ext cx="1636755" cy="0"/>
                      </a:xfrm>
                      <a:prstGeom prst="line">
                        <a:avLst/>
                      </a:prstGeom>
                      <a:ln w="28575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84" name="直接连接符 183"/>
                      <p:cNvCxnSpPr/>
                      <p:nvPr/>
                    </p:nvCxnSpPr>
                    <p:spPr>
                      <a:xfrm>
                        <a:off x="7321822" y="5058650"/>
                        <a:ext cx="738395" cy="0"/>
                      </a:xfrm>
                      <a:prstGeom prst="line">
                        <a:avLst/>
                      </a:prstGeom>
                      <a:ln w="28575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76" name="组合 75"/>
                    <p:cNvGrpSpPr/>
                    <p:nvPr/>
                  </p:nvGrpSpPr>
                  <p:grpSpPr>
                    <a:xfrm flipV="1">
                      <a:off x="484899" y="4902756"/>
                      <a:ext cx="6719251" cy="523221"/>
                      <a:chOff x="1331015" y="4535430"/>
                      <a:chExt cx="6719251" cy="523221"/>
                    </a:xfrm>
                  </p:grpSpPr>
                  <p:cxnSp>
                    <p:nvCxnSpPr>
                      <p:cNvPr id="77" name="直接连接符 76"/>
                      <p:cNvCxnSpPr/>
                      <p:nvPr/>
                    </p:nvCxnSpPr>
                    <p:spPr>
                      <a:xfrm flipV="1">
                        <a:off x="1331015" y="4535430"/>
                        <a:ext cx="1282591" cy="0"/>
                      </a:xfrm>
                      <a:prstGeom prst="line">
                        <a:avLst/>
                      </a:prstGeom>
                      <a:ln w="28575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8" name="直接连接符 77"/>
                      <p:cNvCxnSpPr/>
                      <p:nvPr/>
                    </p:nvCxnSpPr>
                    <p:spPr>
                      <a:xfrm>
                        <a:off x="2616776" y="4535431"/>
                        <a:ext cx="281994" cy="523220"/>
                      </a:xfrm>
                      <a:prstGeom prst="line">
                        <a:avLst/>
                      </a:prstGeom>
                      <a:ln w="28575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9" name="直接连接符 78"/>
                      <p:cNvCxnSpPr/>
                      <p:nvPr/>
                    </p:nvCxnSpPr>
                    <p:spPr>
                      <a:xfrm flipV="1">
                        <a:off x="2905431" y="5058650"/>
                        <a:ext cx="1520920" cy="0"/>
                      </a:xfrm>
                      <a:prstGeom prst="line">
                        <a:avLst/>
                      </a:prstGeom>
                      <a:ln w="28575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48" name="直接连接符 147"/>
                      <p:cNvCxnSpPr/>
                      <p:nvPr/>
                    </p:nvCxnSpPr>
                    <p:spPr>
                      <a:xfrm flipV="1">
                        <a:off x="4708345" y="5058650"/>
                        <a:ext cx="1636755" cy="0"/>
                      </a:xfrm>
                      <a:prstGeom prst="line">
                        <a:avLst/>
                      </a:prstGeom>
                      <a:ln w="28575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85" name="直接连接符 184"/>
                      <p:cNvCxnSpPr/>
                      <p:nvPr/>
                    </p:nvCxnSpPr>
                    <p:spPr>
                      <a:xfrm flipV="1">
                        <a:off x="7321822" y="5058650"/>
                        <a:ext cx="728444" cy="0"/>
                      </a:xfrm>
                      <a:prstGeom prst="line">
                        <a:avLst/>
                      </a:prstGeom>
                      <a:ln w="28575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  <p:grpSp>
                <p:nvGrpSpPr>
                  <p:cNvPr id="83" name="组合 82"/>
                  <p:cNvGrpSpPr/>
                  <p:nvPr/>
                </p:nvGrpSpPr>
                <p:grpSpPr>
                  <a:xfrm>
                    <a:off x="3923821" y="5062883"/>
                    <a:ext cx="3915860" cy="523220"/>
                    <a:chOff x="1709446" y="4902757"/>
                    <a:chExt cx="3915860" cy="523220"/>
                  </a:xfrm>
                </p:grpSpPr>
                <p:cxnSp>
                  <p:nvCxnSpPr>
                    <p:cNvPr id="90" name="直接连接符 89"/>
                    <p:cNvCxnSpPr/>
                    <p:nvPr/>
                  </p:nvCxnSpPr>
                  <p:spPr>
                    <a:xfrm>
                      <a:off x="1709446" y="4902757"/>
                      <a:ext cx="281994" cy="523220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7" name="直接连接符 86"/>
                    <p:cNvCxnSpPr/>
                    <p:nvPr/>
                  </p:nvCxnSpPr>
                  <p:spPr>
                    <a:xfrm flipV="1">
                      <a:off x="1709446" y="4902757"/>
                      <a:ext cx="281994" cy="523220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6" name="直接连接符 15"/>
                    <p:cNvCxnSpPr/>
                    <p:nvPr/>
                  </p:nvCxnSpPr>
                  <p:spPr>
                    <a:xfrm>
                      <a:off x="5343312" y="4902757"/>
                      <a:ext cx="281994" cy="523220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" name="直接连接符 16"/>
                    <p:cNvCxnSpPr/>
                    <p:nvPr/>
                  </p:nvCxnSpPr>
                  <p:spPr>
                    <a:xfrm flipV="1">
                      <a:off x="5343312" y="4902757"/>
                      <a:ext cx="281994" cy="523220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08" name="组合 107"/>
                  <p:cNvGrpSpPr/>
                  <p:nvPr/>
                </p:nvGrpSpPr>
                <p:grpSpPr>
                  <a:xfrm>
                    <a:off x="7839681" y="5062883"/>
                    <a:ext cx="2231171" cy="523220"/>
                    <a:chOff x="1359307" y="4902757"/>
                    <a:chExt cx="2231171" cy="523220"/>
                  </a:xfrm>
                </p:grpSpPr>
                <p:grpSp>
                  <p:nvGrpSpPr>
                    <p:cNvPr id="109" name="组合 108"/>
                    <p:cNvGrpSpPr/>
                    <p:nvPr/>
                  </p:nvGrpSpPr>
                  <p:grpSpPr>
                    <a:xfrm>
                      <a:off x="1359307" y="4902757"/>
                      <a:ext cx="2231171" cy="523220"/>
                      <a:chOff x="2205423" y="4535430"/>
                      <a:chExt cx="2231171" cy="523220"/>
                    </a:xfrm>
                  </p:grpSpPr>
                  <p:cxnSp>
                    <p:nvCxnSpPr>
                      <p:cNvPr id="116" name="直接连接符 115"/>
                      <p:cNvCxnSpPr/>
                      <p:nvPr/>
                    </p:nvCxnSpPr>
                    <p:spPr>
                      <a:xfrm>
                        <a:off x="2205423" y="5058650"/>
                        <a:ext cx="1527581" cy="0"/>
                      </a:xfrm>
                      <a:prstGeom prst="line">
                        <a:avLst/>
                      </a:prstGeom>
                      <a:ln w="28575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93" name="直接连接符 192"/>
                      <p:cNvCxnSpPr/>
                      <p:nvPr/>
                    </p:nvCxnSpPr>
                    <p:spPr>
                      <a:xfrm>
                        <a:off x="3733004" y="4535430"/>
                        <a:ext cx="281994" cy="523220"/>
                      </a:xfrm>
                      <a:prstGeom prst="line">
                        <a:avLst/>
                      </a:prstGeom>
                      <a:ln w="28575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97" name="直接连接符 196"/>
                      <p:cNvCxnSpPr/>
                      <p:nvPr/>
                    </p:nvCxnSpPr>
                    <p:spPr>
                      <a:xfrm>
                        <a:off x="4014998" y="5058650"/>
                        <a:ext cx="421596" cy="0"/>
                      </a:xfrm>
                      <a:prstGeom prst="line">
                        <a:avLst/>
                      </a:prstGeom>
                      <a:ln w="28575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110" name="组合 109"/>
                    <p:cNvGrpSpPr/>
                    <p:nvPr/>
                  </p:nvGrpSpPr>
                  <p:grpSpPr>
                    <a:xfrm flipV="1">
                      <a:off x="1359307" y="4902757"/>
                      <a:ext cx="2231171" cy="523220"/>
                      <a:chOff x="2205423" y="4535430"/>
                      <a:chExt cx="2231171" cy="523220"/>
                    </a:xfrm>
                  </p:grpSpPr>
                  <p:cxnSp>
                    <p:nvCxnSpPr>
                      <p:cNvPr id="113" name="直接连接符 112"/>
                      <p:cNvCxnSpPr/>
                      <p:nvPr/>
                    </p:nvCxnSpPr>
                    <p:spPr>
                      <a:xfrm flipV="1">
                        <a:off x="2205423" y="5058650"/>
                        <a:ext cx="1527581" cy="0"/>
                      </a:xfrm>
                      <a:prstGeom prst="line">
                        <a:avLst/>
                      </a:prstGeom>
                      <a:ln w="28575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94" name="直接连接符 193"/>
                      <p:cNvCxnSpPr/>
                      <p:nvPr/>
                    </p:nvCxnSpPr>
                    <p:spPr>
                      <a:xfrm>
                        <a:off x="3733004" y="4535430"/>
                        <a:ext cx="281994" cy="523220"/>
                      </a:xfrm>
                      <a:prstGeom prst="line">
                        <a:avLst/>
                      </a:prstGeom>
                      <a:ln w="28575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98" name="直接连接符 197"/>
                      <p:cNvCxnSpPr/>
                      <p:nvPr/>
                    </p:nvCxnSpPr>
                    <p:spPr>
                      <a:xfrm flipV="1">
                        <a:off x="4014998" y="5058650"/>
                        <a:ext cx="421596" cy="0"/>
                      </a:xfrm>
                      <a:prstGeom prst="line">
                        <a:avLst/>
                      </a:prstGeom>
                      <a:ln w="28575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</p:grpSp>
            <p:sp>
              <p:nvSpPr>
                <p:cNvPr id="242" name="文本框 241"/>
                <p:cNvSpPr txBox="1"/>
                <p:nvPr/>
              </p:nvSpPr>
              <p:spPr>
                <a:xfrm>
                  <a:off x="2756751" y="4755160"/>
                  <a:ext cx="850006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400"/>
                    <a:t>B7</a:t>
                  </a:r>
                  <a:endParaRPr lang="en-US" altLang="zh-CN" sz="2400"/>
                </a:p>
              </p:txBody>
            </p:sp>
            <p:sp>
              <p:nvSpPr>
                <p:cNvPr id="243" name="文本框 242"/>
                <p:cNvSpPr txBox="1"/>
                <p:nvPr/>
              </p:nvSpPr>
              <p:spPr>
                <a:xfrm>
                  <a:off x="4571950" y="4755160"/>
                  <a:ext cx="850006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400"/>
                    <a:t>B6</a:t>
                  </a:r>
                  <a:endParaRPr lang="en-US" altLang="zh-CN" sz="2400"/>
                </a:p>
              </p:txBody>
            </p:sp>
            <p:sp>
              <p:nvSpPr>
                <p:cNvPr id="244" name="文本框 243"/>
                <p:cNvSpPr txBox="1"/>
                <p:nvPr/>
              </p:nvSpPr>
              <p:spPr>
                <a:xfrm>
                  <a:off x="8123437" y="4755160"/>
                  <a:ext cx="850006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400"/>
                    <a:t>B0</a:t>
                  </a:r>
                  <a:endParaRPr lang="en-US" altLang="zh-CN" sz="2400"/>
                </a:p>
              </p:txBody>
            </p:sp>
          </p:grpSp>
          <p:sp>
            <p:nvSpPr>
              <p:cNvPr id="157" name="文本框 156"/>
              <p:cNvSpPr txBox="1"/>
              <p:nvPr/>
            </p:nvSpPr>
            <p:spPr>
              <a:xfrm>
                <a:off x="6635939" y="4695163"/>
                <a:ext cx="118056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800"/>
                  <a:t>……</a:t>
                </a:r>
                <a:endParaRPr lang="en-US" altLang="zh-CN" sz="2800"/>
              </a:p>
            </p:txBody>
          </p:sp>
        </p:grpSp>
        <p:sp>
          <p:nvSpPr>
            <p:cNvPr id="164" name="文本框 163"/>
            <p:cNvSpPr txBox="1"/>
            <p:nvPr/>
          </p:nvSpPr>
          <p:spPr>
            <a:xfrm>
              <a:off x="515304" y="4725941"/>
              <a:ext cx="118056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/>
                <a:t>MOSI</a:t>
              </a:r>
              <a:endParaRPr lang="en-US" altLang="zh-CN" sz="2400"/>
            </a:p>
          </p:txBody>
        </p:sp>
      </p:grpSp>
      <p:cxnSp>
        <p:nvCxnSpPr>
          <p:cNvPr id="168" name="直接连接符 167"/>
          <p:cNvCxnSpPr/>
          <p:nvPr/>
        </p:nvCxnSpPr>
        <p:spPr>
          <a:xfrm>
            <a:off x="2251380" y="5846385"/>
            <a:ext cx="144860" cy="26877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直接连接符 168"/>
          <p:cNvCxnSpPr/>
          <p:nvPr/>
        </p:nvCxnSpPr>
        <p:spPr>
          <a:xfrm>
            <a:off x="1718270" y="5846385"/>
            <a:ext cx="53194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接连接符 169"/>
          <p:cNvCxnSpPr/>
          <p:nvPr/>
        </p:nvCxnSpPr>
        <p:spPr>
          <a:xfrm flipV="1">
            <a:off x="2259106" y="5591943"/>
            <a:ext cx="137134" cy="25444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3" name="组合 182"/>
          <p:cNvGrpSpPr/>
          <p:nvPr/>
        </p:nvGrpSpPr>
        <p:grpSpPr>
          <a:xfrm>
            <a:off x="515304" y="5564568"/>
            <a:ext cx="10447240" cy="550595"/>
            <a:chOff x="515304" y="5564568"/>
            <a:chExt cx="10447240" cy="550595"/>
          </a:xfrm>
        </p:grpSpPr>
        <p:grpSp>
          <p:nvGrpSpPr>
            <p:cNvPr id="167" name="组合 166"/>
            <p:cNvGrpSpPr/>
            <p:nvPr/>
          </p:nvGrpSpPr>
          <p:grpSpPr>
            <a:xfrm>
              <a:off x="515304" y="5564568"/>
              <a:ext cx="9778157" cy="548627"/>
              <a:chOff x="515304" y="5564568"/>
              <a:chExt cx="9778157" cy="548627"/>
            </a:xfrm>
          </p:grpSpPr>
          <p:grpSp>
            <p:nvGrpSpPr>
              <p:cNvPr id="159" name="组合 158"/>
              <p:cNvGrpSpPr/>
              <p:nvPr/>
            </p:nvGrpSpPr>
            <p:grpSpPr>
              <a:xfrm>
                <a:off x="2396240" y="5564568"/>
                <a:ext cx="7897221" cy="548627"/>
                <a:chOff x="2396240" y="5564568"/>
                <a:chExt cx="7897221" cy="548627"/>
              </a:xfrm>
            </p:grpSpPr>
            <p:grpSp>
              <p:nvGrpSpPr>
                <p:cNvPr id="111" name="组合 110"/>
                <p:cNvGrpSpPr/>
                <p:nvPr/>
              </p:nvGrpSpPr>
              <p:grpSpPr>
                <a:xfrm>
                  <a:off x="2396240" y="5589974"/>
                  <a:ext cx="7897221" cy="523221"/>
                  <a:chOff x="1506455" y="4725940"/>
                  <a:chExt cx="7897221" cy="523221"/>
                </a:xfrm>
              </p:grpSpPr>
              <p:grpSp>
                <p:nvGrpSpPr>
                  <p:cNvPr id="112" name="组合 111"/>
                  <p:cNvGrpSpPr/>
                  <p:nvPr/>
                </p:nvGrpSpPr>
                <p:grpSpPr>
                  <a:xfrm>
                    <a:off x="1506455" y="4725940"/>
                    <a:ext cx="7897221" cy="523221"/>
                    <a:chOff x="1506455" y="5062882"/>
                    <a:chExt cx="7897221" cy="523221"/>
                  </a:xfrm>
                </p:grpSpPr>
                <p:grpSp>
                  <p:nvGrpSpPr>
                    <p:cNvPr id="119" name="组合 118"/>
                    <p:cNvGrpSpPr/>
                    <p:nvPr/>
                  </p:nvGrpSpPr>
                  <p:grpSpPr>
                    <a:xfrm>
                      <a:off x="1506455" y="5062882"/>
                      <a:ext cx="6051232" cy="523221"/>
                      <a:chOff x="1162869" y="4902756"/>
                      <a:chExt cx="6051232" cy="523221"/>
                    </a:xfrm>
                  </p:grpSpPr>
                  <p:grpSp>
                    <p:nvGrpSpPr>
                      <p:cNvPr id="141" name="组合 140"/>
                      <p:cNvGrpSpPr/>
                      <p:nvPr/>
                    </p:nvGrpSpPr>
                    <p:grpSpPr>
                      <a:xfrm>
                        <a:off x="1162869" y="4902756"/>
                        <a:ext cx="6051232" cy="523221"/>
                        <a:chOff x="2008985" y="4535429"/>
                        <a:chExt cx="6051232" cy="523221"/>
                      </a:xfrm>
                    </p:grpSpPr>
                    <p:cxnSp>
                      <p:nvCxnSpPr>
                        <p:cNvPr id="150" name="直接连接符 149"/>
                        <p:cNvCxnSpPr/>
                        <p:nvPr/>
                      </p:nvCxnSpPr>
                      <p:spPr>
                        <a:xfrm>
                          <a:off x="2008985" y="4535430"/>
                          <a:ext cx="604621" cy="0"/>
                        </a:xfrm>
                        <a:prstGeom prst="line">
                          <a:avLst/>
                        </a:prstGeom>
                        <a:ln w="28575">
                          <a:solidFill>
                            <a:schemeClr val="tx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51" name="直接连接符 150"/>
                        <p:cNvCxnSpPr/>
                        <p:nvPr/>
                      </p:nvCxnSpPr>
                      <p:spPr>
                        <a:xfrm>
                          <a:off x="2616776" y="4535429"/>
                          <a:ext cx="281994" cy="523220"/>
                        </a:xfrm>
                        <a:prstGeom prst="line">
                          <a:avLst/>
                        </a:prstGeom>
                        <a:ln w="28575">
                          <a:solidFill>
                            <a:schemeClr val="tx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54" name="直接连接符 153"/>
                        <p:cNvCxnSpPr/>
                        <p:nvPr/>
                      </p:nvCxnSpPr>
                      <p:spPr>
                        <a:xfrm>
                          <a:off x="2905431" y="5058650"/>
                          <a:ext cx="1527856" cy="0"/>
                        </a:xfrm>
                        <a:prstGeom prst="line">
                          <a:avLst/>
                        </a:prstGeom>
                        <a:ln w="28575">
                          <a:solidFill>
                            <a:schemeClr val="tx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55" name="直接连接符 154"/>
                        <p:cNvCxnSpPr/>
                        <p:nvPr/>
                      </p:nvCxnSpPr>
                      <p:spPr>
                        <a:xfrm>
                          <a:off x="4708345" y="5058650"/>
                          <a:ext cx="1636755" cy="0"/>
                        </a:xfrm>
                        <a:prstGeom prst="line">
                          <a:avLst/>
                        </a:prstGeom>
                        <a:ln w="28575">
                          <a:solidFill>
                            <a:schemeClr val="tx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56" name="直接连接符 155"/>
                        <p:cNvCxnSpPr/>
                        <p:nvPr/>
                      </p:nvCxnSpPr>
                      <p:spPr>
                        <a:xfrm>
                          <a:off x="7321822" y="5058650"/>
                          <a:ext cx="738395" cy="0"/>
                        </a:xfrm>
                        <a:prstGeom prst="line">
                          <a:avLst/>
                        </a:prstGeom>
                        <a:ln w="28575">
                          <a:solidFill>
                            <a:schemeClr val="tx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  <p:grpSp>
                    <p:nvGrpSpPr>
                      <p:cNvPr id="142" name="组合 141"/>
                      <p:cNvGrpSpPr/>
                      <p:nvPr/>
                    </p:nvGrpSpPr>
                    <p:grpSpPr>
                      <a:xfrm flipV="1">
                        <a:off x="1162869" y="4902756"/>
                        <a:ext cx="6041281" cy="523221"/>
                        <a:chOff x="2008985" y="4535430"/>
                        <a:chExt cx="6041281" cy="523221"/>
                      </a:xfrm>
                    </p:grpSpPr>
                    <p:cxnSp>
                      <p:nvCxnSpPr>
                        <p:cNvPr id="143" name="直接连接符 142"/>
                        <p:cNvCxnSpPr/>
                        <p:nvPr/>
                      </p:nvCxnSpPr>
                      <p:spPr>
                        <a:xfrm flipV="1">
                          <a:off x="2008985" y="4535430"/>
                          <a:ext cx="604621" cy="0"/>
                        </a:xfrm>
                        <a:prstGeom prst="line">
                          <a:avLst/>
                        </a:prstGeom>
                        <a:ln w="28575">
                          <a:solidFill>
                            <a:schemeClr val="tx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44" name="直接连接符 143"/>
                        <p:cNvCxnSpPr/>
                        <p:nvPr/>
                      </p:nvCxnSpPr>
                      <p:spPr>
                        <a:xfrm>
                          <a:off x="2616776" y="4535431"/>
                          <a:ext cx="281994" cy="523220"/>
                        </a:xfrm>
                        <a:prstGeom prst="line">
                          <a:avLst/>
                        </a:prstGeom>
                        <a:ln w="28575">
                          <a:solidFill>
                            <a:schemeClr val="tx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45" name="直接连接符 144"/>
                        <p:cNvCxnSpPr/>
                        <p:nvPr/>
                      </p:nvCxnSpPr>
                      <p:spPr>
                        <a:xfrm flipV="1">
                          <a:off x="2905431" y="5058650"/>
                          <a:ext cx="1520920" cy="0"/>
                        </a:xfrm>
                        <a:prstGeom prst="line">
                          <a:avLst/>
                        </a:prstGeom>
                        <a:ln w="28575">
                          <a:solidFill>
                            <a:schemeClr val="tx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46" name="直接连接符 145"/>
                        <p:cNvCxnSpPr/>
                        <p:nvPr/>
                      </p:nvCxnSpPr>
                      <p:spPr>
                        <a:xfrm flipV="1">
                          <a:off x="4708345" y="5058650"/>
                          <a:ext cx="1636755" cy="0"/>
                        </a:xfrm>
                        <a:prstGeom prst="line">
                          <a:avLst/>
                        </a:prstGeom>
                        <a:ln w="28575">
                          <a:solidFill>
                            <a:schemeClr val="tx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49" name="直接连接符 148"/>
                        <p:cNvCxnSpPr/>
                        <p:nvPr/>
                      </p:nvCxnSpPr>
                      <p:spPr>
                        <a:xfrm flipV="1">
                          <a:off x="7321822" y="5058650"/>
                          <a:ext cx="728444" cy="0"/>
                        </a:xfrm>
                        <a:prstGeom prst="line">
                          <a:avLst/>
                        </a:prstGeom>
                        <a:ln w="28575">
                          <a:solidFill>
                            <a:schemeClr val="tx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</p:grpSp>
                <p:grpSp>
                  <p:nvGrpSpPr>
                    <p:cNvPr id="125" name="组合 124"/>
                    <p:cNvGrpSpPr/>
                    <p:nvPr/>
                  </p:nvGrpSpPr>
                  <p:grpSpPr>
                    <a:xfrm>
                      <a:off x="3923821" y="5062883"/>
                      <a:ext cx="3915860" cy="523220"/>
                      <a:chOff x="1709446" y="4902757"/>
                      <a:chExt cx="3915860" cy="523220"/>
                    </a:xfrm>
                  </p:grpSpPr>
                  <p:cxnSp>
                    <p:nvCxnSpPr>
                      <p:cNvPr id="137" name="直接连接符 136"/>
                      <p:cNvCxnSpPr/>
                      <p:nvPr/>
                    </p:nvCxnSpPr>
                    <p:spPr>
                      <a:xfrm>
                        <a:off x="1709446" y="4902757"/>
                        <a:ext cx="281994" cy="523220"/>
                      </a:xfrm>
                      <a:prstGeom prst="line">
                        <a:avLst/>
                      </a:prstGeom>
                      <a:ln w="28575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38" name="直接连接符 137"/>
                      <p:cNvCxnSpPr/>
                      <p:nvPr/>
                    </p:nvCxnSpPr>
                    <p:spPr>
                      <a:xfrm flipV="1">
                        <a:off x="1709446" y="4902757"/>
                        <a:ext cx="281994" cy="523220"/>
                      </a:xfrm>
                      <a:prstGeom prst="line">
                        <a:avLst/>
                      </a:prstGeom>
                      <a:ln w="28575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39" name="直接连接符 138"/>
                      <p:cNvCxnSpPr/>
                      <p:nvPr/>
                    </p:nvCxnSpPr>
                    <p:spPr>
                      <a:xfrm>
                        <a:off x="5343312" y="4902757"/>
                        <a:ext cx="281994" cy="523220"/>
                      </a:xfrm>
                      <a:prstGeom prst="line">
                        <a:avLst/>
                      </a:prstGeom>
                      <a:ln w="28575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40" name="直接连接符 139"/>
                      <p:cNvCxnSpPr/>
                      <p:nvPr/>
                    </p:nvCxnSpPr>
                    <p:spPr>
                      <a:xfrm flipV="1">
                        <a:off x="5343312" y="4902757"/>
                        <a:ext cx="281994" cy="523220"/>
                      </a:xfrm>
                      <a:prstGeom prst="line">
                        <a:avLst/>
                      </a:prstGeom>
                      <a:ln w="28575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126" name="组合 125"/>
                    <p:cNvGrpSpPr/>
                    <p:nvPr/>
                  </p:nvGrpSpPr>
                  <p:grpSpPr>
                    <a:xfrm>
                      <a:off x="7839681" y="5062883"/>
                      <a:ext cx="1563995" cy="523220"/>
                      <a:chOff x="1359307" y="4902757"/>
                      <a:chExt cx="1563995" cy="523220"/>
                    </a:xfrm>
                  </p:grpSpPr>
                  <p:cxnSp>
                    <p:nvCxnSpPr>
                      <p:cNvPr id="134" name="直接连接符 133"/>
                      <p:cNvCxnSpPr/>
                      <p:nvPr/>
                    </p:nvCxnSpPr>
                    <p:spPr>
                      <a:xfrm>
                        <a:off x="1359307" y="5425977"/>
                        <a:ext cx="1563995" cy="0"/>
                      </a:xfrm>
                      <a:prstGeom prst="line">
                        <a:avLst/>
                      </a:prstGeom>
                      <a:ln w="28575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31" name="直接连接符 130"/>
                      <p:cNvCxnSpPr/>
                      <p:nvPr/>
                    </p:nvCxnSpPr>
                    <p:spPr>
                      <a:xfrm>
                        <a:off x="1359307" y="4902757"/>
                        <a:ext cx="1563995" cy="0"/>
                      </a:xfrm>
                      <a:prstGeom prst="line">
                        <a:avLst/>
                      </a:prstGeom>
                      <a:ln w="28575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  <p:sp>
                <p:nvSpPr>
                  <p:cNvPr id="114" name="文本框 113"/>
                  <p:cNvSpPr txBox="1"/>
                  <p:nvPr/>
                </p:nvSpPr>
                <p:spPr>
                  <a:xfrm>
                    <a:off x="2756751" y="4755160"/>
                    <a:ext cx="850006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2400"/>
                      <a:t>B7</a:t>
                    </a:r>
                    <a:endParaRPr lang="en-US" altLang="zh-CN" sz="2400"/>
                  </a:p>
                </p:txBody>
              </p:sp>
              <p:sp>
                <p:nvSpPr>
                  <p:cNvPr id="115" name="文本框 114"/>
                  <p:cNvSpPr txBox="1"/>
                  <p:nvPr/>
                </p:nvSpPr>
                <p:spPr>
                  <a:xfrm>
                    <a:off x="4571950" y="4755160"/>
                    <a:ext cx="850006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2400"/>
                      <a:t>B6</a:t>
                    </a:r>
                    <a:endParaRPr lang="en-US" altLang="zh-CN" sz="2400"/>
                  </a:p>
                </p:txBody>
              </p:sp>
              <p:sp>
                <p:nvSpPr>
                  <p:cNvPr id="117" name="文本框 116"/>
                  <p:cNvSpPr txBox="1"/>
                  <p:nvPr/>
                </p:nvSpPr>
                <p:spPr>
                  <a:xfrm>
                    <a:off x="8123437" y="4755160"/>
                    <a:ext cx="850006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2400"/>
                      <a:t>B0</a:t>
                    </a:r>
                    <a:endParaRPr lang="en-US" altLang="zh-CN" sz="2400"/>
                  </a:p>
                </p:txBody>
              </p:sp>
            </p:grpSp>
            <p:sp>
              <p:nvSpPr>
                <p:cNvPr id="158" name="文本框 157"/>
                <p:cNvSpPr txBox="1"/>
                <p:nvPr/>
              </p:nvSpPr>
              <p:spPr>
                <a:xfrm>
                  <a:off x="6635939" y="5564568"/>
                  <a:ext cx="1180563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800"/>
                    <a:t>……</a:t>
                  </a:r>
                  <a:endParaRPr lang="en-US" altLang="zh-CN" sz="2800"/>
                </a:p>
              </p:txBody>
            </p:sp>
          </p:grpSp>
          <p:sp>
            <p:nvSpPr>
              <p:cNvPr id="166" name="文本框 165"/>
              <p:cNvSpPr txBox="1"/>
              <p:nvPr/>
            </p:nvSpPr>
            <p:spPr>
              <a:xfrm>
                <a:off x="515304" y="5591944"/>
                <a:ext cx="118056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/>
                  <a:t>MISO</a:t>
                </a:r>
                <a:endParaRPr lang="en-US" altLang="zh-CN" sz="2400"/>
              </a:p>
            </p:txBody>
          </p:sp>
        </p:grpSp>
        <p:cxnSp>
          <p:nvCxnSpPr>
            <p:cNvPr id="173" name="直接连接符 172"/>
            <p:cNvCxnSpPr/>
            <p:nvPr/>
          </p:nvCxnSpPr>
          <p:spPr>
            <a:xfrm flipH="1">
              <a:off x="10285735" y="5846385"/>
              <a:ext cx="144860" cy="26877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直接连接符 173"/>
            <p:cNvCxnSpPr/>
            <p:nvPr/>
          </p:nvCxnSpPr>
          <p:spPr>
            <a:xfrm flipH="1">
              <a:off x="10430595" y="5846385"/>
              <a:ext cx="531949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直接连接符 174"/>
            <p:cNvCxnSpPr/>
            <p:nvPr/>
          </p:nvCxnSpPr>
          <p:spPr>
            <a:xfrm flipH="1" flipV="1">
              <a:off x="10293461" y="5591943"/>
              <a:ext cx="137134" cy="254442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171065"/>
            <a:ext cx="4456090" cy="57591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>
                <a:latin typeface="等线" panose="02010600030101010101" pitchFamily="2" charset="-122"/>
                <a:ea typeface="等线" panose="02010600030101010101" pitchFamily="2" charset="-122"/>
              </a:rPr>
              <a:t>SPI</a:t>
            </a:r>
            <a:r>
              <a:rPr lang="zh-CN" altLang="en-US" sz="3200">
                <a:latin typeface="等线" panose="02010600030101010101" pitchFamily="2" charset="-122"/>
                <a:ea typeface="等线" panose="02010600030101010101" pitchFamily="2" charset="-122"/>
              </a:rPr>
              <a:t>时序</a:t>
            </a:r>
            <a:endParaRPr lang="zh-CN" altLang="en-US" sz="320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5146" y="2695118"/>
            <a:ext cx="5081707" cy="3760463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570963" y="1236373"/>
            <a:ext cx="1105007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/>
              <a:t>发送指令</a:t>
            </a:r>
            <a:endParaRPr lang="en-US" altLang="zh-CN" sz="280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/>
              <a:t>向</a:t>
            </a:r>
            <a:r>
              <a:rPr lang="en-US" altLang="zh-CN" sz="2800"/>
              <a:t>SS</a:t>
            </a:r>
            <a:r>
              <a:rPr lang="zh-CN" altLang="en-US" sz="2800"/>
              <a:t>指定的设备，发送指令（</a:t>
            </a:r>
            <a:r>
              <a:rPr lang="en-US" altLang="zh-CN" sz="2800"/>
              <a:t>0x06</a:t>
            </a:r>
            <a:r>
              <a:rPr lang="zh-CN" altLang="en-US" sz="2800"/>
              <a:t>）</a:t>
            </a:r>
            <a:endParaRPr lang="en-US" altLang="zh-CN" sz="2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171065"/>
            <a:ext cx="4456090" cy="57591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>
                <a:latin typeface="等线" panose="02010600030101010101" pitchFamily="2" charset="-122"/>
                <a:ea typeface="等线" panose="02010600030101010101" pitchFamily="2" charset="-122"/>
              </a:rPr>
              <a:t>SPI</a:t>
            </a:r>
            <a:r>
              <a:rPr lang="zh-CN" altLang="en-US" sz="3200">
                <a:latin typeface="等线" panose="02010600030101010101" pitchFamily="2" charset="-122"/>
                <a:ea typeface="等线" panose="02010600030101010101" pitchFamily="2" charset="-122"/>
              </a:rPr>
              <a:t>时序</a:t>
            </a:r>
            <a:endParaRPr lang="zh-CN" altLang="en-US" sz="320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999" y="3486091"/>
            <a:ext cx="11520000" cy="2135536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70963" y="1236373"/>
            <a:ext cx="1105007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/>
              <a:t>指定地址写</a:t>
            </a:r>
            <a:endParaRPr lang="en-US" altLang="zh-CN" sz="280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/>
              <a:t>向</a:t>
            </a:r>
            <a:r>
              <a:rPr lang="en-US" altLang="zh-CN" sz="2800"/>
              <a:t>SS</a:t>
            </a:r>
            <a:r>
              <a:rPr lang="zh-CN" altLang="en-US" sz="2800"/>
              <a:t>指定的设备，发送写指令（</a:t>
            </a:r>
            <a:r>
              <a:rPr lang="en-US" altLang="zh-CN" sz="2800"/>
              <a:t>0x02</a:t>
            </a:r>
            <a:r>
              <a:rPr lang="zh-CN" altLang="en-US" sz="2800"/>
              <a:t>），</a:t>
            </a:r>
            <a:endParaRPr lang="en-US" altLang="zh-CN" sz="2800"/>
          </a:p>
          <a:p>
            <a:r>
              <a:rPr lang="en-US" altLang="zh-CN" sz="2800"/>
              <a:t>     </a:t>
            </a:r>
            <a:r>
              <a:rPr lang="zh-CN" altLang="en-US" sz="2800"/>
              <a:t>随后在指定地址（</a:t>
            </a:r>
            <a:r>
              <a:rPr lang="en-US" altLang="zh-CN" sz="2800"/>
              <a:t>Address[23:0]</a:t>
            </a:r>
            <a:r>
              <a:rPr lang="zh-CN" altLang="en-US" sz="2800"/>
              <a:t>）下，写入指定数据（</a:t>
            </a:r>
            <a:r>
              <a:rPr lang="en-US" altLang="zh-CN" sz="2800"/>
              <a:t>Data</a:t>
            </a:r>
            <a:r>
              <a:rPr lang="zh-CN" altLang="en-US" sz="2800"/>
              <a:t>）</a:t>
            </a:r>
            <a:endParaRPr lang="en-US" altLang="zh-CN" sz="2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171065"/>
            <a:ext cx="4456090" cy="57591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>
                <a:latin typeface="等线" panose="02010600030101010101" pitchFamily="2" charset="-122"/>
                <a:ea typeface="等线" panose="02010600030101010101" pitchFamily="2" charset="-122"/>
              </a:rPr>
              <a:t>SPI</a:t>
            </a:r>
            <a:r>
              <a:rPr lang="zh-CN" altLang="en-US" sz="3200">
                <a:latin typeface="等线" panose="02010600030101010101" pitchFamily="2" charset="-122"/>
                <a:ea typeface="等线" panose="02010600030101010101" pitchFamily="2" charset="-122"/>
              </a:rPr>
              <a:t>时序</a:t>
            </a:r>
            <a:endParaRPr lang="zh-CN" altLang="en-US" sz="320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999" y="3486092"/>
            <a:ext cx="11520000" cy="213553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570963" y="1236373"/>
            <a:ext cx="1105007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/>
              <a:t>指定地址读</a:t>
            </a:r>
            <a:endParaRPr lang="en-US" altLang="zh-CN" sz="280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/>
              <a:t>向</a:t>
            </a:r>
            <a:r>
              <a:rPr lang="en-US" altLang="zh-CN" sz="2800"/>
              <a:t>SS</a:t>
            </a:r>
            <a:r>
              <a:rPr lang="zh-CN" altLang="en-US" sz="2800"/>
              <a:t>指定的设备，发送读指令（</a:t>
            </a:r>
            <a:r>
              <a:rPr lang="en-US" altLang="zh-CN" sz="2800"/>
              <a:t>0x03</a:t>
            </a:r>
            <a:r>
              <a:rPr lang="zh-CN" altLang="en-US" sz="2800"/>
              <a:t>），</a:t>
            </a:r>
            <a:endParaRPr lang="en-US" altLang="zh-CN" sz="2800"/>
          </a:p>
          <a:p>
            <a:r>
              <a:rPr lang="en-US" altLang="zh-CN" sz="2800"/>
              <a:t>     </a:t>
            </a:r>
            <a:r>
              <a:rPr lang="zh-CN" altLang="en-US" sz="2800"/>
              <a:t>随后在指定地址（</a:t>
            </a:r>
            <a:r>
              <a:rPr lang="en-US" altLang="zh-CN" sz="2800"/>
              <a:t>Address[23:0]</a:t>
            </a:r>
            <a:r>
              <a:rPr lang="zh-CN" altLang="en-US" sz="2800"/>
              <a:t>）下，读取从机数据（</a:t>
            </a:r>
            <a:r>
              <a:rPr lang="en-US" altLang="zh-CN" sz="2800"/>
              <a:t>Data</a:t>
            </a:r>
            <a:r>
              <a:rPr lang="zh-CN" altLang="en-US" sz="2800"/>
              <a:t>）</a:t>
            </a:r>
            <a:endParaRPr lang="en-US" altLang="zh-CN" sz="2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171065"/>
            <a:ext cx="4456090" cy="57591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>
                <a:latin typeface="等线" panose="02010600030101010101" pitchFamily="2" charset="-122"/>
                <a:ea typeface="等线" panose="02010600030101010101" pitchFamily="2" charset="-122"/>
              </a:rPr>
              <a:t>W25Q64</a:t>
            </a:r>
            <a:r>
              <a:rPr lang="zh-CN" altLang="en-US" sz="3200">
                <a:latin typeface="等线" panose="02010600030101010101" pitchFamily="2" charset="-122"/>
                <a:ea typeface="等线" panose="02010600030101010101" pitchFamily="2" charset="-122"/>
              </a:rPr>
              <a:t>简介</a:t>
            </a:r>
            <a:endParaRPr lang="zh-CN" altLang="en-US" sz="320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70963" y="1236373"/>
            <a:ext cx="11050073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/>
              <a:t>W25Qxx</a:t>
            </a:r>
            <a:r>
              <a:rPr lang="zh-CN" altLang="en-US" sz="2800"/>
              <a:t>系列是一种低成本、小型化、使用简单的非易失性存储器，常应用于数据存储、字库存储、固件程序存储等场景</a:t>
            </a:r>
            <a:endParaRPr lang="en-US" altLang="zh-CN" sz="280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/>
              <a:t>存储介质：</a:t>
            </a:r>
            <a:r>
              <a:rPr lang="en-US" altLang="zh-CN" sz="2800"/>
              <a:t>Nor Flash</a:t>
            </a:r>
            <a:r>
              <a:rPr lang="zh-CN" altLang="en-US" sz="2800"/>
              <a:t>（闪存）</a:t>
            </a:r>
            <a:endParaRPr lang="en-US" altLang="zh-CN" sz="280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/>
              <a:t>时钟频率：</a:t>
            </a:r>
            <a:r>
              <a:rPr lang="en-US" altLang="zh-CN" sz="2800"/>
              <a:t>80MHz / 160MHz (Dual SPI) / 320MHz</a:t>
            </a:r>
            <a:r>
              <a:rPr lang="zh-CN" altLang="en-US" sz="2800"/>
              <a:t> </a:t>
            </a:r>
            <a:r>
              <a:rPr lang="en-US" altLang="zh-CN" sz="2800"/>
              <a:t>(Quad SPI)</a:t>
            </a:r>
            <a:endParaRPr lang="en-US" altLang="zh-CN" sz="280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/>
              <a:t>存储容量（</a:t>
            </a:r>
            <a:r>
              <a:rPr lang="en-US" altLang="zh-CN" sz="2800"/>
              <a:t>24</a:t>
            </a:r>
            <a:r>
              <a:rPr lang="zh-CN" altLang="en-US" sz="2800"/>
              <a:t>位地址）：</a:t>
            </a:r>
            <a:endParaRPr lang="en-US" altLang="zh-CN" sz="2800"/>
          </a:p>
          <a:p>
            <a:r>
              <a:rPr lang="en-US" altLang="zh-CN" sz="2800"/>
              <a:t>	W25Q40</a:t>
            </a:r>
            <a:r>
              <a:rPr lang="zh-CN" altLang="en-US" sz="2800"/>
              <a:t>：</a:t>
            </a:r>
            <a:r>
              <a:rPr lang="en-US" altLang="zh-CN" sz="2800"/>
              <a:t>	  4Mbit / 512KByte</a:t>
            </a:r>
            <a:endParaRPr lang="en-US" altLang="zh-CN" sz="2800"/>
          </a:p>
          <a:p>
            <a:r>
              <a:rPr lang="en-US" altLang="zh-CN" sz="2800"/>
              <a:t>	W25Q80</a:t>
            </a:r>
            <a:r>
              <a:rPr lang="zh-CN" altLang="en-US" sz="2800"/>
              <a:t>：</a:t>
            </a:r>
            <a:r>
              <a:rPr lang="en-US" altLang="zh-CN" sz="2800"/>
              <a:t>	  8Mbit / 1MByte</a:t>
            </a:r>
            <a:endParaRPr lang="en-US" altLang="zh-CN" sz="2800"/>
          </a:p>
          <a:p>
            <a:r>
              <a:rPr lang="en-US" altLang="zh-CN" sz="2800"/>
              <a:t>	W25Q16</a:t>
            </a:r>
            <a:r>
              <a:rPr lang="zh-CN" altLang="en-US" sz="2800"/>
              <a:t>：</a:t>
            </a:r>
            <a:r>
              <a:rPr lang="en-US" altLang="zh-CN" sz="2800"/>
              <a:t>	  16Mbit / 2MByte</a:t>
            </a:r>
            <a:endParaRPr lang="en-US" altLang="zh-CN" sz="2800"/>
          </a:p>
          <a:p>
            <a:r>
              <a:rPr lang="en-US" altLang="zh-CN" sz="2800"/>
              <a:t>	W25Q32</a:t>
            </a:r>
            <a:r>
              <a:rPr lang="zh-CN" altLang="en-US" sz="2800"/>
              <a:t>：</a:t>
            </a:r>
            <a:r>
              <a:rPr lang="en-US" altLang="zh-CN" sz="2800"/>
              <a:t>	  32Mbit / 4MByte</a:t>
            </a:r>
            <a:endParaRPr lang="en-US" altLang="zh-CN" sz="2800"/>
          </a:p>
          <a:p>
            <a:r>
              <a:rPr lang="en-US" altLang="zh-CN" sz="2800"/>
              <a:t>	W25Q64</a:t>
            </a:r>
            <a:r>
              <a:rPr lang="zh-CN" altLang="en-US" sz="2800"/>
              <a:t>：</a:t>
            </a:r>
            <a:r>
              <a:rPr lang="en-US" altLang="zh-CN" sz="2800"/>
              <a:t>	  64Mbit / 8MByte</a:t>
            </a:r>
            <a:endParaRPr lang="en-US" altLang="zh-CN" sz="2800"/>
          </a:p>
          <a:p>
            <a:r>
              <a:rPr lang="en-US" altLang="zh-CN" sz="2800"/>
              <a:t>	W25Q128</a:t>
            </a:r>
            <a:r>
              <a:rPr lang="zh-CN" altLang="en-US" sz="2800"/>
              <a:t>：</a:t>
            </a:r>
            <a:r>
              <a:rPr lang="en-US" altLang="zh-CN" sz="2800"/>
              <a:t>  128Mbit / 16MByte</a:t>
            </a:r>
            <a:endParaRPr lang="en-US" altLang="zh-CN" sz="2800"/>
          </a:p>
          <a:p>
            <a:r>
              <a:rPr lang="en-US" altLang="zh-CN" sz="2800"/>
              <a:t>	W25Q256</a:t>
            </a:r>
            <a:r>
              <a:rPr lang="zh-CN" altLang="en-US" sz="2800"/>
              <a:t>：</a:t>
            </a:r>
            <a:r>
              <a:rPr lang="en-US" altLang="zh-CN" sz="2800"/>
              <a:t>  256Mbit / 32MByte</a:t>
            </a:r>
            <a:endParaRPr lang="en-US" altLang="zh-CN" sz="28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1290" y="3465775"/>
            <a:ext cx="2852530" cy="285253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171065"/>
            <a:ext cx="4456090" cy="57591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>
                <a:latin typeface="等线" panose="02010600030101010101" pitchFamily="2" charset="-122"/>
                <a:ea typeface="等线" panose="02010600030101010101" pitchFamily="2" charset="-122"/>
              </a:rPr>
              <a:t>硬件电路</a:t>
            </a:r>
            <a:endParaRPr lang="zh-CN" altLang="en-US" sz="320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7960" y="1515023"/>
            <a:ext cx="5595985" cy="3827954"/>
          </a:xfrm>
          <a:prstGeom prst="rect">
            <a:avLst/>
          </a:prstGeom>
        </p:spPr>
      </p:pic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6944141" y="2950912"/>
          <a:ext cx="4609899" cy="29667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793349"/>
                <a:gridCol w="281655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引脚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功能</a:t>
                      </a:r>
                      <a:endParaRPr lang="zh-CN" alt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VCC</a:t>
                      </a:r>
                      <a:r>
                        <a:rPr lang="zh-CN" altLang="en-US"/>
                        <a:t>、</a:t>
                      </a:r>
                      <a:r>
                        <a:rPr lang="en-US" altLang="zh-CN"/>
                        <a:t>GND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电源（</a:t>
                      </a:r>
                      <a:r>
                        <a:rPr lang="en-US" altLang="zh-CN"/>
                        <a:t>2.7~3.6V</a:t>
                      </a:r>
                      <a:r>
                        <a:rPr lang="zh-CN" altLang="en-US"/>
                        <a:t>）</a:t>
                      </a:r>
                      <a:endParaRPr lang="zh-CN" alt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CS</a:t>
                      </a: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SS</a:t>
                      </a:r>
                      <a:r>
                        <a:rPr lang="zh-CN" altLang="en-US"/>
                        <a:t>）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SPI</a:t>
                      </a:r>
                      <a:r>
                        <a:rPr lang="zh-CN" altLang="en-US"/>
                        <a:t>片选</a:t>
                      </a:r>
                      <a:endParaRPr lang="zh-CN" alt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CLK</a:t>
                      </a: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SCK</a:t>
                      </a:r>
                      <a:r>
                        <a:rPr lang="zh-CN" altLang="en-US"/>
                        <a:t>）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SPI</a:t>
                      </a:r>
                      <a:r>
                        <a:rPr lang="zh-CN" altLang="en-US"/>
                        <a:t>时钟</a:t>
                      </a:r>
                      <a:endParaRPr lang="zh-CN" alt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/>
                        <a:t>DI</a:t>
                      </a: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MOSI</a:t>
                      </a:r>
                      <a:r>
                        <a:rPr lang="zh-CN" altLang="en-US"/>
                        <a:t>）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/>
                        <a:t>SPI</a:t>
                      </a:r>
                      <a:r>
                        <a:rPr lang="zh-CN" altLang="en-US"/>
                        <a:t>主机输出从机输入</a:t>
                      </a:r>
                      <a:endParaRPr lang="zh-CN" alt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/>
                        <a:t>DO</a:t>
                      </a: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MISO</a:t>
                      </a:r>
                      <a:r>
                        <a:rPr lang="zh-CN" altLang="en-US"/>
                        <a:t>）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/>
                        <a:t>SPI</a:t>
                      </a:r>
                      <a:r>
                        <a:rPr lang="zh-CN" altLang="en-US"/>
                        <a:t>主机输入从机输出</a:t>
                      </a:r>
                      <a:endParaRPr lang="zh-CN" alt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/>
                        <a:t>WP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/>
                        <a:t>写保护</a:t>
                      </a:r>
                      <a:endParaRPr lang="zh-CN" alt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/>
                        <a:t>HOLD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/>
                        <a:t>数据保持</a:t>
                      </a: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4140" y="625998"/>
            <a:ext cx="4609101" cy="196470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171065"/>
            <a:ext cx="4456090" cy="57591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>
                <a:latin typeface="等线" panose="02010600030101010101" pitchFamily="2" charset="-122"/>
                <a:ea typeface="等线" panose="02010600030101010101" pitchFamily="2" charset="-122"/>
              </a:rPr>
              <a:t>W25Q64</a:t>
            </a:r>
            <a:r>
              <a:rPr lang="zh-CN" altLang="en-US" sz="3200">
                <a:latin typeface="等线" panose="02010600030101010101" pitchFamily="2" charset="-122"/>
                <a:ea typeface="等线" panose="02010600030101010101" pitchFamily="2" charset="-122"/>
              </a:rPr>
              <a:t>框图</a:t>
            </a:r>
            <a:endParaRPr lang="zh-CN" altLang="en-US" sz="320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08481" y="993913"/>
            <a:ext cx="4975037" cy="547049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171065"/>
            <a:ext cx="4456090" cy="57591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>
                <a:latin typeface="等线" panose="02010600030101010101" pitchFamily="2" charset="-122"/>
                <a:ea typeface="等线" panose="02010600030101010101" pitchFamily="2" charset="-122"/>
              </a:rPr>
              <a:t>Flash</a:t>
            </a:r>
            <a:r>
              <a:rPr lang="zh-CN" altLang="en-US" sz="3200">
                <a:latin typeface="等线" panose="02010600030101010101" pitchFamily="2" charset="-122"/>
                <a:ea typeface="等线" panose="02010600030101010101" pitchFamily="2" charset="-122"/>
              </a:rPr>
              <a:t>操作注意事项</a:t>
            </a:r>
            <a:endParaRPr lang="zh-CN" altLang="en-US" sz="320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70963" y="1236373"/>
            <a:ext cx="11050073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/>
              <a:t>写入操作时：</a:t>
            </a:r>
            <a:endParaRPr lang="en-US" altLang="zh-CN" sz="280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zh-CN" altLang="en-US" sz="2800"/>
              <a:t>写入操作前，必须先进行写使能</a:t>
            </a:r>
            <a:endParaRPr lang="en-US" altLang="zh-CN" sz="280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zh-CN" altLang="en-US" sz="2800"/>
              <a:t>每个数据位只能由</a:t>
            </a:r>
            <a:r>
              <a:rPr lang="en-US" altLang="zh-CN" sz="2800"/>
              <a:t>1</a:t>
            </a:r>
            <a:r>
              <a:rPr lang="zh-CN" altLang="en-US" sz="2800"/>
              <a:t>改写为</a:t>
            </a:r>
            <a:r>
              <a:rPr lang="en-US" altLang="zh-CN" sz="2800"/>
              <a:t>0</a:t>
            </a:r>
            <a:r>
              <a:rPr lang="zh-CN" altLang="en-US" sz="2800"/>
              <a:t>，不能由</a:t>
            </a:r>
            <a:r>
              <a:rPr lang="en-US" altLang="zh-CN" sz="2800"/>
              <a:t>0</a:t>
            </a:r>
            <a:r>
              <a:rPr lang="zh-CN" altLang="en-US" sz="2800"/>
              <a:t>改写为</a:t>
            </a:r>
            <a:r>
              <a:rPr lang="en-US" altLang="zh-CN" sz="2800"/>
              <a:t>1</a:t>
            </a:r>
            <a:endParaRPr lang="en-US" altLang="zh-CN" sz="280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zh-CN" altLang="en-US" sz="2800"/>
              <a:t>写入数据前必须先擦除，擦除后，所有数据位变为</a:t>
            </a:r>
            <a:r>
              <a:rPr lang="en-US" altLang="zh-CN" sz="2800"/>
              <a:t>1</a:t>
            </a:r>
            <a:endParaRPr lang="en-US" altLang="zh-CN" sz="280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zh-CN" altLang="en-US" sz="2800"/>
              <a:t>擦除必须按最小擦除单元进行</a:t>
            </a:r>
            <a:endParaRPr lang="en-US" altLang="zh-CN" sz="280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zh-CN" altLang="en-US" sz="2800"/>
              <a:t>连续写入多字节时，最多写入一页的数据，超过页尾位置的数据，会回到页首覆盖写入</a:t>
            </a:r>
            <a:endParaRPr lang="en-US" altLang="zh-CN" sz="280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zh-CN" altLang="en-US" sz="2800"/>
              <a:t>写入操作结束后，芯片进入忙状态，不响应新的读写操作</a:t>
            </a:r>
            <a:endParaRPr lang="en-US" altLang="zh-CN" sz="2800"/>
          </a:p>
          <a:p>
            <a:r>
              <a:rPr lang="zh-CN" altLang="en-US" sz="2800"/>
              <a:t>读取操作时：</a:t>
            </a:r>
            <a:endParaRPr lang="en-US" altLang="zh-CN" sz="280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zh-CN" altLang="en-US" sz="2800"/>
              <a:t>直接调用读取时序，无需使能，无需额外操作，没有页的限制，读取操作结束后不会进入忙状态，但不能在忙状态时读取</a:t>
            </a:r>
            <a:endParaRPr lang="en-US" altLang="zh-CN" sz="28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171065"/>
            <a:ext cx="4456090" cy="57591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>
                <a:latin typeface="等线" panose="02010600030101010101" pitchFamily="2" charset="-122"/>
                <a:ea typeface="等线" panose="02010600030101010101" pitchFamily="2" charset="-122"/>
              </a:rPr>
              <a:t>SPI</a:t>
            </a:r>
            <a:r>
              <a:rPr lang="zh-CN" altLang="en-US" sz="3200">
                <a:latin typeface="等线" panose="02010600030101010101" pitchFamily="2" charset="-122"/>
                <a:ea typeface="等线" panose="02010600030101010101" pitchFamily="2" charset="-122"/>
              </a:rPr>
              <a:t>外设简介</a:t>
            </a:r>
            <a:endParaRPr lang="zh-CN" altLang="en-US" sz="320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70963" y="1236373"/>
            <a:ext cx="11050073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/>
              <a:t>STM32</a:t>
            </a:r>
            <a:r>
              <a:rPr lang="zh-CN" altLang="en-US" sz="2800"/>
              <a:t>内部集成了硬件</a:t>
            </a:r>
            <a:r>
              <a:rPr lang="en-US" altLang="zh-CN" sz="2800"/>
              <a:t>SPI</a:t>
            </a:r>
            <a:r>
              <a:rPr lang="zh-CN" altLang="en-US" sz="2800"/>
              <a:t>收发电路，可以由硬件自动执行时钟生成、数据收发等功能，减轻</a:t>
            </a:r>
            <a:r>
              <a:rPr lang="en-US" altLang="zh-CN" sz="2800"/>
              <a:t>CPU</a:t>
            </a:r>
            <a:r>
              <a:rPr lang="zh-CN" altLang="en-US" sz="2800"/>
              <a:t>的负担</a:t>
            </a:r>
            <a:endParaRPr lang="en-US" altLang="zh-CN" sz="280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/>
              <a:t>可配置</a:t>
            </a:r>
            <a:r>
              <a:rPr lang="en-US" altLang="zh-CN" sz="2800"/>
              <a:t>8</a:t>
            </a:r>
            <a:r>
              <a:rPr lang="zh-CN" altLang="en-US" sz="2800"/>
              <a:t>位</a:t>
            </a:r>
            <a:r>
              <a:rPr lang="en-US" altLang="zh-CN" sz="2800"/>
              <a:t>/16</a:t>
            </a:r>
            <a:r>
              <a:rPr lang="zh-CN" altLang="en-US" sz="2800"/>
              <a:t>位数据帧、高位先行</a:t>
            </a:r>
            <a:r>
              <a:rPr lang="en-US" altLang="zh-CN" sz="2800"/>
              <a:t>/</a:t>
            </a:r>
            <a:r>
              <a:rPr lang="zh-CN" altLang="en-US" sz="2800"/>
              <a:t>低位先行</a:t>
            </a:r>
            <a:endParaRPr lang="en-US" altLang="zh-CN" sz="280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/>
              <a:t>时钟频率：</a:t>
            </a:r>
            <a:r>
              <a:rPr lang="en-US" altLang="zh-CN" sz="2800"/>
              <a:t> f</a:t>
            </a:r>
            <a:r>
              <a:rPr lang="en-US" altLang="zh-CN" sz="2800" baseline="-25000"/>
              <a:t>PCLK</a:t>
            </a:r>
            <a:r>
              <a:rPr lang="en-US" altLang="zh-CN" sz="2800"/>
              <a:t> / (2, 4, 8, 16, 32, 64, 128, 256)</a:t>
            </a:r>
            <a:endParaRPr lang="en-US" altLang="zh-CN" sz="280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/>
              <a:t>支持多主机模型、主或从操作</a:t>
            </a:r>
            <a:endParaRPr lang="en-US" altLang="zh-CN" sz="280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/>
              <a:t>可精简为半双工</a:t>
            </a:r>
            <a:r>
              <a:rPr lang="en-US" altLang="zh-CN" sz="2800"/>
              <a:t>/</a:t>
            </a:r>
            <a:r>
              <a:rPr lang="zh-CN" altLang="en-US" sz="2800"/>
              <a:t>单工通信</a:t>
            </a:r>
            <a:endParaRPr lang="en-US" altLang="zh-CN" sz="280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/>
              <a:t>支持</a:t>
            </a:r>
            <a:r>
              <a:rPr lang="en-US" altLang="zh-CN" sz="2800"/>
              <a:t>DMA</a:t>
            </a:r>
            <a:endParaRPr lang="en-US" altLang="zh-CN" sz="280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/>
              <a:t>兼容</a:t>
            </a:r>
            <a:r>
              <a:rPr lang="en-US" altLang="zh-CN" sz="2800"/>
              <a:t>I2S</a:t>
            </a:r>
            <a:r>
              <a:rPr lang="zh-CN" altLang="en-US" sz="2800"/>
              <a:t>协议</a:t>
            </a:r>
            <a:endParaRPr lang="en-US" altLang="zh-CN" sz="280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zh-CN" sz="280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/>
              <a:t>STM32F103C8T6</a:t>
            </a:r>
            <a:r>
              <a:rPr lang="zh-CN" altLang="en-US" sz="2800"/>
              <a:t> 硬件</a:t>
            </a:r>
            <a:r>
              <a:rPr lang="en-US" altLang="zh-CN" sz="2800"/>
              <a:t>SPI</a:t>
            </a:r>
            <a:r>
              <a:rPr lang="zh-CN" altLang="en-US" sz="2800"/>
              <a:t>资源：</a:t>
            </a:r>
            <a:r>
              <a:rPr lang="en-US" altLang="zh-CN" sz="2800"/>
              <a:t>SPI1</a:t>
            </a:r>
            <a:r>
              <a:rPr lang="zh-CN" altLang="en-US" sz="2800"/>
              <a:t>、</a:t>
            </a:r>
            <a:r>
              <a:rPr lang="en-US" altLang="zh-CN" sz="2800"/>
              <a:t>SPI2</a:t>
            </a:r>
            <a:endParaRPr lang="en-US" altLang="zh-CN" sz="28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171065"/>
            <a:ext cx="4456090" cy="57591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>
                <a:latin typeface="等线" panose="02010600030101010101" pitchFamily="2" charset="-122"/>
                <a:ea typeface="等线" panose="02010600030101010101" pitchFamily="2" charset="-122"/>
              </a:rPr>
              <a:t>SPI</a:t>
            </a:r>
            <a:r>
              <a:rPr lang="zh-CN" altLang="en-US" sz="3200">
                <a:latin typeface="等线" panose="02010600030101010101" pitchFamily="2" charset="-122"/>
                <a:ea typeface="等线" panose="02010600030101010101" pitchFamily="2" charset="-122"/>
              </a:rPr>
              <a:t>框图</a:t>
            </a:r>
            <a:endParaRPr lang="zh-CN" altLang="en-US" sz="320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50817" y="1069574"/>
            <a:ext cx="6690365" cy="537098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171065"/>
            <a:ext cx="4456090" cy="57591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>
                <a:latin typeface="等线" panose="02010600030101010101" pitchFamily="2" charset="-122"/>
                <a:ea typeface="等线" panose="02010600030101010101" pitchFamily="2" charset="-122"/>
              </a:rPr>
              <a:t>SPI</a:t>
            </a:r>
            <a:r>
              <a:rPr lang="zh-CN" altLang="en-US" sz="3200">
                <a:latin typeface="等线" panose="02010600030101010101" pitchFamily="2" charset="-122"/>
                <a:ea typeface="等线" panose="02010600030101010101" pitchFamily="2" charset="-122"/>
              </a:rPr>
              <a:t>基本结构</a:t>
            </a:r>
            <a:endParaRPr lang="zh-CN" altLang="en-US" sz="320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306971" y="1140179"/>
            <a:ext cx="9573370" cy="4978399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5963478" y="1900367"/>
            <a:ext cx="1743745" cy="68622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波特率发生器</a:t>
            </a:r>
            <a:endParaRPr lang="en-US" altLang="zh-CN"/>
          </a:p>
        </p:txBody>
      </p:sp>
      <p:sp>
        <p:nvSpPr>
          <p:cNvPr id="37" name="矩形 36"/>
          <p:cNvSpPr/>
          <p:nvPr/>
        </p:nvSpPr>
        <p:spPr>
          <a:xfrm>
            <a:off x="2640750" y="3645767"/>
            <a:ext cx="1540433" cy="1024367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数据控制器</a:t>
            </a:r>
            <a:endParaRPr lang="en-US" altLang="zh-CN"/>
          </a:p>
        </p:txBody>
      </p:sp>
      <p:sp>
        <p:nvSpPr>
          <p:cNvPr id="40" name="矩形 39"/>
          <p:cNvSpPr/>
          <p:nvPr/>
        </p:nvSpPr>
        <p:spPr>
          <a:xfrm>
            <a:off x="4932213" y="3148718"/>
            <a:ext cx="3138607" cy="2175368"/>
          </a:xfrm>
          <a:prstGeom prst="rect">
            <a:avLst/>
          </a:prstGeom>
          <a:solidFill>
            <a:schemeClr val="accent2"/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/>
          </a:p>
        </p:txBody>
      </p:sp>
      <p:sp>
        <p:nvSpPr>
          <p:cNvPr id="46" name="矩形 45"/>
          <p:cNvSpPr/>
          <p:nvPr/>
        </p:nvSpPr>
        <p:spPr>
          <a:xfrm>
            <a:off x="8759639" y="3707102"/>
            <a:ext cx="900000" cy="366516"/>
          </a:xfrm>
          <a:prstGeom prst="rect">
            <a:avLst/>
          </a:prstGeom>
          <a:solidFill>
            <a:schemeClr val="accent6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GPIO</a:t>
            </a:r>
            <a:endParaRPr lang="en-US" altLang="zh-CN"/>
          </a:p>
        </p:txBody>
      </p:sp>
      <p:cxnSp>
        <p:nvCxnSpPr>
          <p:cNvPr id="47" name="直接箭头连接符 46"/>
          <p:cNvCxnSpPr>
            <a:stCxn id="7" idx="3"/>
          </p:cNvCxnSpPr>
          <p:nvPr/>
        </p:nvCxnSpPr>
        <p:spPr>
          <a:xfrm>
            <a:off x="7707223" y="2243477"/>
            <a:ext cx="1052416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矩形 53"/>
          <p:cNvSpPr/>
          <p:nvPr/>
        </p:nvSpPr>
        <p:spPr>
          <a:xfrm>
            <a:off x="8760469" y="1885770"/>
            <a:ext cx="900000" cy="686218"/>
          </a:xfrm>
          <a:prstGeom prst="rect">
            <a:avLst/>
          </a:prstGeom>
          <a:solidFill>
            <a:schemeClr val="accent6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GPIO</a:t>
            </a:r>
            <a:endParaRPr lang="en-US" altLang="zh-CN"/>
          </a:p>
        </p:txBody>
      </p:sp>
      <p:cxnSp>
        <p:nvCxnSpPr>
          <p:cNvPr id="67" name="直接箭头连接符 66"/>
          <p:cNvCxnSpPr>
            <a:stCxn id="54" idx="3"/>
          </p:cNvCxnSpPr>
          <p:nvPr/>
        </p:nvCxnSpPr>
        <p:spPr>
          <a:xfrm flipV="1">
            <a:off x="9660469" y="2206393"/>
            <a:ext cx="2234682" cy="22486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文本框 72"/>
          <p:cNvSpPr txBox="1"/>
          <p:nvPr/>
        </p:nvSpPr>
        <p:spPr>
          <a:xfrm>
            <a:off x="10936853" y="1837061"/>
            <a:ext cx="620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SCK</a:t>
            </a:r>
            <a:endParaRPr lang="zh-CN" altLang="en-US"/>
          </a:p>
        </p:txBody>
      </p:sp>
      <p:sp>
        <p:nvSpPr>
          <p:cNvPr id="74" name="文本框 73"/>
          <p:cNvSpPr txBox="1"/>
          <p:nvPr/>
        </p:nvSpPr>
        <p:spPr>
          <a:xfrm>
            <a:off x="10926624" y="3517734"/>
            <a:ext cx="910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MOSI</a:t>
            </a:r>
            <a:endParaRPr lang="zh-CN" altLang="en-US"/>
          </a:p>
        </p:txBody>
      </p:sp>
      <p:sp>
        <p:nvSpPr>
          <p:cNvPr id="92" name="矩形 91"/>
          <p:cNvSpPr/>
          <p:nvPr/>
        </p:nvSpPr>
        <p:spPr>
          <a:xfrm>
            <a:off x="9378770" y="5115861"/>
            <a:ext cx="1156402" cy="640936"/>
          </a:xfrm>
          <a:prstGeom prst="rect">
            <a:avLst/>
          </a:prstGeom>
          <a:solidFill>
            <a:schemeClr val="accent2"/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开关控制</a:t>
            </a:r>
            <a:endParaRPr lang="en-US" altLang="zh-CN"/>
          </a:p>
        </p:txBody>
      </p:sp>
      <p:cxnSp>
        <p:nvCxnSpPr>
          <p:cNvPr id="25" name="直接箭头连接符 24"/>
          <p:cNvCxnSpPr/>
          <p:nvPr/>
        </p:nvCxnSpPr>
        <p:spPr>
          <a:xfrm flipH="1">
            <a:off x="5120070" y="3891321"/>
            <a:ext cx="3639569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/>
          <p:nvPr/>
        </p:nvCxnSpPr>
        <p:spPr>
          <a:xfrm flipV="1">
            <a:off x="5120070" y="3891321"/>
            <a:ext cx="0" cy="36082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/>
          <p:nvPr/>
        </p:nvCxnSpPr>
        <p:spPr>
          <a:xfrm>
            <a:off x="5120070" y="4252141"/>
            <a:ext cx="175739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47"/>
          <p:cNvCxnSpPr/>
          <p:nvPr/>
        </p:nvCxnSpPr>
        <p:spPr>
          <a:xfrm>
            <a:off x="7707223" y="4252141"/>
            <a:ext cx="1052416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8759639" y="4068882"/>
            <a:ext cx="900000" cy="366516"/>
          </a:xfrm>
          <a:prstGeom prst="rect">
            <a:avLst/>
          </a:prstGeom>
          <a:solidFill>
            <a:schemeClr val="accent6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GPIO</a:t>
            </a:r>
            <a:endParaRPr lang="en-US" altLang="zh-CN"/>
          </a:p>
        </p:txBody>
      </p:sp>
      <p:sp>
        <p:nvSpPr>
          <p:cNvPr id="9" name="矩形 8"/>
          <p:cNvSpPr/>
          <p:nvPr/>
        </p:nvSpPr>
        <p:spPr>
          <a:xfrm>
            <a:off x="5295809" y="4781469"/>
            <a:ext cx="2411414" cy="383311"/>
          </a:xfrm>
          <a:prstGeom prst="rect">
            <a:avLst/>
          </a:prstGeom>
          <a:solidFill>
            <a:schemeClr val="accent6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发送数据寄存器</a:t>
            </a:r>
            <a:r>
              <a:rPr lang="en-US" altLang="zh-CN"/>
              <a:t>TDR</a:t>
            </a:r>
            <a:endParaRPr lang="en-US" altLang="zh-CN"/>
          </a:p>
        </p:txBody>
      </p:sp>
      <p:sp>
        <p:nvSpPr>
          <p:cNvPr id="10" name="矩形 9"/>
          <p:cNvSpPr/>
          <p:nvPr/>
        </p:nvSpPr>
        <p:spPr>
          <a:xfrm>
            <a:off x="5295809" y="4060485"/>
            <a:ext cx="2411414" cy="383311"/>
          </a:xfrm>
          <a:prstGeom prst="rect">
            <a:avLst/>
          </a:prstGeom>
          <a:solidFill>
            <a:schemeClr val="accent6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&lt;&lt;</a:t>
            </a:r>
            <a:r>
              <a:rPr lang="zh-CN" altLang="en-US"/>
              <a:t>移位寄存器</a:t>
            </a:r>
            <a:r>
              <a:rPr lang="en-US" altLang="zh-CN"/>
              <a:t>&lt;&lt;</a:t>
            </a:r>
            <a:endParaRPr lang="en-US" altLang="zh-CN"/>
          </a:p>
        </p:txBody>
      </p:sp>
      <p:sp>
        <p:nvSpPr>
          <p:cNvPr id="12" name="矩形 11"/>
          <p:cNvSpPr/>
          <p:nvPr/>
        </p:nvSpPr>
        <p:spPr>
          <a:xfrm>
            <a:off x="5295809" y="3339501"/>
            <a:ext cx="2411414" cy="383311"/>
          </a:xfrm>
          <a:prstGeom prst="rect">
            <a:avLst/>
          </a:prstGeom>
          <a:solidFill>
            <a:schemeClr val="accent6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接收数据寄存器</a:t>
            </a:r>
            <a:r>
              <a:rPr lang="en-US" altLang="zh-CN"/>
              <a:t>RDR</a:t>
            </a:r>
            <a:endParaRPr lang="en-US" altLang="zh-CN"/>
          </a:p>
        </p:txBody>
      </p:sp>
      <p:cxnSp>
        <p:nvCxnSpPr>
          <p:cNvPr id="14" name="直接箭头连接符 13"/>
          <p:cNvCxnSpPr/>
          <p:nvPr/>
        </p:nvCxnSpPr>
        <p:spPr>
          <a:xfrm>
            <a:off x="9659639" y="4252141"/>
            <a:ext cx="2235512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/>
          <p:nvPr/>
        </p:nvCxnSpPr>
        <p:spPr>
          <a:xfrm flipH="1">
            <a:off x="9659639" y="3891321"/>
            <a:ext cx="2235512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/>
        </p:nvSpPr>
        <p:spPr>
          <a:xfrm>
            <a:off x="10936852" y="4260671"/>
            <a:ext cx="910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MISO</a:t>
            </a:r>
            <a:endParaRPr lang="zh-CN" altLang="en-US"/>
          </a:p>
        </p:txBody>
      </p:sp>
      <p:sp>
        <p:nvSpPr>
          <p:cNvPr id="26" name="箭头: 下 25"/>
          <p:cNvSpPr/>
          <p:nvPr/>
        </p:nvSpPr>
        <p:spPr>
          <a:xfrm rot="10800000">
            <a:off x="6389916" y="4443796"/>
            <a:ext cx="223200" cy="337673"/>
          </a:xfrm>
          <a:prstGeom prst="downArrow">
            <a:avLst/>
          </a:prstGeom>
          <a:solidFill>
            <a:srgbClr val="BF9000"/>
          </a:solidFill>
          <a:ln>
            <a:solidFill>
              <a:srgbClr val="9869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箭头: 下 26"/>
          <p:cNvSpPr/>
          <p:nvPr/>
        </p:nvSpPr>
        <p:spPr>
          <a:xfrm rot="10800000">
            <a:off x="6389916" y="3722812"/>
            <a:ext cx="223200" cy="337673"/>
          </a:xfrm>
          <a:prstGeom prst="downArrow">
            <a:avLst/>
          </a:prstGeom>
          <a:solidFill>
            <a:srgbClr val="BF9000"/>
          </a:solidFill>
          <a:ln>
            <a:solidFill>
              <a:srgbClr val="9869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9" name="直接箭头连接符 28"/>
          <p:cNvCxnSpPr/>
          <p:nvPr/>
        </p:nvCxnSpPr>
        <p:spPr>
          <a:xfrm>
            <a:off x="4181183" y="4157951"/>
            <a:ext cx="751030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171065"/>
            <a:ext cx="4456090" cy="57591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>
                <a:latin typeface="等线" panose="02010600030101010101" pitchFamily="2" charset="-122"/>
                <a:ea typeface="等线" panose="02010600030101010101" pitchFamily="2" charset="-122"/>
              </a:rPr>
              <a:t>主模式全双工连续传输</a:t>
            </a:r>
            <a:endParaRPr lang="zh-CN" altLang="en-US" sz="320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0458" y="1014350"/>
            <a:ext cx="8431083" cy="549776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171065"/>
            <a:ext cx="4456090" cy="57591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>
                <a:latin typeface="等线" panose="02010600030101010101" pitchFamily="2" charset="-122"/>
                <a:ea typeface="等线" panose="02010600030101010101" pitchFamily="2" charset="-122"/>
              </a:rPr>
              <a:t>非连续传输</a:t>
            </a:r>
            <a:endParaRPr lang="zh-CN" altLang="en-US" sz="320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0457" y="1729294"/>
            <a:ext cx="8431083" cy="4067879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171065"/>
            <a:ext cx="4456090" cy="57591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>
                <a:latin typeface="等线" panose="02010600030101010101" pitchFamily="2" charset="-122"/>
                <a:ea typeface="等线" panose="02010600030101010101" pitchFamily="2" charset="-122"/>
              </a:rPr>
              <a:t>软件</a:t>
            </a:r>
            <a:r>
              <a:rPr lang="en-US" altLang="zh-CN" sz="3200">
                <a:latin typeface="等线" panose="02010600030101010101" pitchFamily="2" charset="-122"/>
                <a:ea typeface="等线" panose="02010600030101010101" pitchFamily="2" charset="-122"/>
              </a:rPr>
              <a:t>/</a:t>
            </a:r>
            <a:r>
              <a:rPr lang="zh-CN" altLang="en-US" sz="3200">
                <a:latin typeface="等线" panose="02010600030101010101" pitchFamily="2" charset="-122"/>
                <a:ea typeface="等线" panose="02010600030101010101" pitchFamily="2" charset="-122"/>
              </a:rPr>
              <a:t>硬件波形对比</a:t>
            </a:r>
            <a:endParaRPr lang="zh-CN" altLang="en-US" sz="320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999" y="1355143"/>
            <a:ext cx="11520000" cy="213553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999" y="3891609"/>
            <a:ext cx="11520000" cy="213693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1845</Words>
  <Application>WPS 演示</Application>
  <PresentationFormat>宽屏</PresentationFormat>
  <Paragraphs>285</Paragraphs>
  <Slides>21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1" baseType="lpstr">
      <vt:lpstr>Arial</vt:lpstr>
      <vt:lpstr>宋体</vt:lpstr>
      <vt:lpstr>Wingdings</vt:lpstr>
      <vt:lpstr>等线</vt:lpstr>
      <vt:lpstr>微软雅黑</vt:lpstr>
      <vt:lpstr>Arial Unicode MS</vt:lpstr>
      <vt:lpstr>等线 Light</vt:lpstr>
      <vt:lpstr>Consolas</vt:lpstr>
      <vt:lpstr>Cambria Math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! World</dc:creator>
  <cp:lastModifiedBy>technology</cp:lastModifiedBy>
  <cp:revision>1452</cp:revision>
  <dcterms:created xsi:type="dcterms:W3CDTF">2019-03-09T07:14:00Z</dcterms:created>
  <dcterms:modified xsi:type="dcterms:W3CDTF">2025-08-05T01:04:57Z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41F86729F6AD422CA7765CF691FBEA01_12</vt:lpwstr>
  </property>
  <property fmtid="{D5CDD505-2E9C-101B-9397-08002B2CF9AE}" pid="3" name="KSOProductBuildVer">
    <vt:lpwstr>2052-12.1.0.21911</vt:lpwstr>
  </property>
</Properties>
</file>